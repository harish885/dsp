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0"/>
  </p:normalViewPr>
  <p:slideViewPr>
    <p:cSldViewPr snapToGrid="0">
      <p:cViewPr varScale="1">
        <p:scale>
          <a:sx n="88" d="100"/>
          <a:sy n="88" d="100"/>
        </p:scale>
        <p:origin x="17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6D9E05-084D-42AF-8483-7C0007EAA21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BCEC893-0565-4908-8CAE-449C90ECD4E2}">
      <dgm:prSet/>
      <dgm:spPr/>
      <dgm:t>
        <a:bodyPr/>
        <a:lstStyle/>
        <a:p>
          <a:r>
            <a:rPr lang="en-US"/>
            <a:t>Disaster ID – Integer</a:t>
          </a:r>
        </a:p>
      </dgm:t>
    </dgm:pt>
    <dgm:pt modelId="{C43BE54E-CDDF-4AAA-A003-AF5CE7F8737C}" type="parTrans" cxnId="{BE7E2900-2771-4A36-ABC4-473461CC09BA}">
      <dgm:prSet/>
      <dgm:spPr/>
      <dgm:t>
        <a:bodyPr/>
        <a:lstStyle/>
        <a:p>
          <a:endParaRPr lang="en-US"/>
        </a:p>
      </dgm:t>
    </dgm:pt>
    <dgm:pt modelId="{B7EC76DA-D25E-42C2-AA8A-906EF242CC8F}" type="sibTrans" cxnId="{BE7E2900-2771-4A36-ABC4-473461CC09BA}">
      <dgm:prSet/>
      <dgm:spPr/>
      <dgm:t>
        <a:bodyPr/>
        <a:lstStyle/>
        <a:p>
          <a:endParaRPr lang="en-US"/>
        </a:p>
      </dgm:t>
    </dgm:pt>
    <dgm:pt modelId="{9CA28ECB-8440-4C58-A11E-C288EDE79062}">
      <dgm:prSet/>
      <dgm:spPr/>
      <dgm:t>
        <a:bodyPr/>
        <a:lstStyle/>
        <a:p>
          <a:r>
            <a:rPr lang="en-US"/>
            <a:t>Disaster_Type – String</a:t>
          </a:r>
        </a:p>
      </dgm:t>
    </dgm:pt>
    <dgm:pt modelId="{86F735B7-70BF-4A37-B8B1-8F9407CDC736}" type="parTrans" cxnId="{24ACA6BF-6382-4849-9E56-5AB60DC7A649}">
      <dgm:prSet/>
      <dgm:spPr/>
      <dgm:t>
        <a:bodyPr/>
        <a:lstStyle/>
        <a:p>
          <a:endParaRPr lang="en-US"/>
        </a:p>
      </dgm:t>
    </dgm:pt>
    <dgm:pt modelId="{44168AC4-60BE-49B8-BA73-76755DBC65BD}" type="sibTrans" cxnId="{24ACA6BF-6382-4849-9E56-5AB60DC7A649}">
      <dgm:prSet/>
      <dgm:spPr/>
      <dgm:t>
        <a:bodyPr/>
        <a:lstStyle/>
        <a:p>
          <a:endParaRPr lang="en-US"/>
        </a:p>
      </dgm:t>
    </dgm:pt>
    <dgm:pt modelId="{02C6CCC1-1981-4919-BBE7-E499859C2271}">
      <dgm:prSet/>
      <dgm:spPr/>
      <dgm:t>
        <a:bodyPr/>
        <a:lstStyle/>
        <a:p>
          <a:r>
            <a:rPr lang="en-US"/>
            <a:t>Location – String</a:t>
          </a:r>
        </a:p>
      </dgm:t>
    </dgm:pt>
    <dgm:pt modelId="{1678CEF6-7031-4289-8583-9AB40C998FDE}" type="parTrans" cxnId="{DE89D427-F79A-44A6-9016-8689730DE738}">
      <dgm:prSet/>
      <dgm:spPr/>
      <dgm:t>
        <a:bodyPr/>
        <a:lstStyle/>
        <a:p>
          <a:endParaRPr lang="en-US"/>
        </a:p>
      </dgm:t>
    </dgm:pt>
    <dgm:pt modelId="{2DFF31E9-3155-4E74-B65A-C1FE039F480F}" type="sibTrans" cxnId="{DE89D427-F79A-44A6-9016-8689730DE738}">
      <dgm:prSet/>
      <dgm:spPr/>
      <dgm:t>
        <a:bodyPr/>
        <a:lstStyle/>
        <a:p>
          <a:endParaRPr lang="en-US"/>
        </a:p>
      </dgm:t>
    </dgm:pt>
    <dgm:pt modelId="{FF526D3D-3E23-4FD0-9DBF-607B3504B432}">
      <dgm:prSet/>
      <dgm:spPr/>
      <dgm:t>
        <a:bodyPr/>
        <a:lstStyle/>
        <a:p>
          <a:r>
            <a:rPr lang="en-US" dirty="0"/>
            <a:t>Magnitude – Float</a:t>
          </a:r>
        </a:p>
      </dgm:t>
    </dgm:pt>
    <dgm:pt modelId="{664C1A4B-ACBA-4B40-9DE3-911A4588971E}" type="parTrans" cxnId="{D97EC184-4DFF-4A60-B9D8-4E69C843D344}">
      <dgm:prSet/>
      <dgm:spPr/>
      <dgm:t>
        <a:bodyPr/>
        <a:lstStyle/>
        <a:p>
          <a:endParaRPr lang="en-US"/>
        </a:p>
      </dgm:t>
    </dgm:pt>
    <dgm:pt modelId="{301674C3-552F-480C-9BFC-5B50BC3E1428}" type="sibTrans" cxnId="{D97EC184-4DFF-4A60-B9D8-4E69C843D344}">
      <dgm:prSet/>
      <dgm:spPr/>
      <dgm:t>
        <a:bodyPr/>
        <a:lstStyle/>
        <a:p>
          <a:endParaRPr lang="en-US"/>
        </a:p>
      </dgm:t>
    </dgm:pt>
    <dgm:pt modelId="{0DE0FCBA-CB19-473F-83AD-E1C151F3F330}">
      <dgm:prSet/>
      <dgm:spPr/>
      <dgm:t>
        <a:bodyPr/>
        <a:lstStyle/>
        <a:p>
          <a:r>
            <a:rPr lang="en-US" dirty="0"/>
            <a:t>Date – Float</a:t>
          </a:r>
        </a:p>
      </dgm:t>
    </dgm:pt>
    <dgm:pt modelId="{FA83944F-1EC3-416C-9188-AD137CC272CF}" type="parTrans" cxnId="{C1651737-786D-4AF2-8159-BCCF3689CB1D}">
      <dgm:prSet/>
      <dgm:spPr/>
      <dgm:t>
        <a:bodyPr/>
        <a:lstStyle/>
        <a:p>
          <a:endParaRPr lang="en-US"/>
        </a:p>
      </dgm:t>
    </dgm:pt>
    <dgm:pt modelId="{CDCE2C61-67B1-4189-ADD7-D38F0B5BFD1D}" type="sibTrans" cxnId="{C1651737-786D-4AF2-8159-BCCF3689CB1D}">
      <dgm:prSet/>
      <dgm:spPr/>
      <dgm:t>
        <a:bodyPr/>
        <a:lstStyle/>
        <a:p>
          <a:endParaRPr lang="en-US"/>
        </a:p>
      </dgm:t>
    </dgm:pt>
    <dgm:pt modelId="{DE76060B-4FCD-4473-9700-3C5B22505C38}">
      <dgm:prSet/>
      <dgm:spPr/>
      <dgm:t>
        <a:bodyPr/>
        <a:lstStyle/>
        <a:p>
          <a:r>
            <a:rPr lang="en-US" dirty="0"/>
            <a:t>Fatalities – Float</a:t>
          </a:r>
        </a:p>
      </dgm:t>
    </dgm:pt>
    <dgm:pt modelId="{AE789CE6-D356-4232-86F8-44EDF5029E62}" type="parTrans" cxnId="{5C1C37F0-8244-4935-817B-DC511578CA23}">
      <dgm:prSet/>
      <dgm:spPr/>
      <dgm:t>
        <a:bodyPr/>
        <a:lstStyle/>
        <a:p>
          <a:endParaRPr lang="en-US"/>
        </a:p>
      </dgm:t>
    </dgm:pt>
    <dgm:pt modelId="{7A1A9E8E-13F6-4372-A485-4A35E4AB3A92}" type="sibTrans" cxnId="{5C1C37F0-8244-4935-817B-DC511578CA23}">
      <dgm:prSet/>
      <dgm:spPr/>
      <dgm:t>
        <a:bodyPr/>
        <a:lstStyle/>
        <a:p>
          <a:endParaRPr lang="en-US"/>
        </a:p>
      </dgm:t>
    </dgm:pt>
    <dgm:pt modelId="{1C448F6A-9CB6-4794-ABCA-912B360D2F49}">
      <dgm:prSet/>
      <dgm:spPr/>
      <dgm:t>
        <a:bodyPr/>
        <a:lstStyle/>
        <a:p>
          <a:r>
            <a:rPr lang="en-US" dirty="0"/>
            <a:t>Economic Loss in Million dollars – Integer</a:t>
          </a:r>
        </a:p>
      </dgm:t>
    </dgm:pt>
    <dgm:pt modelId="{56A67606-0B80-4652-BB66-C00244787E93}" type="parTrans" cxnId="{BA2D55DC-B2F1-4BFF-A03F-17478C5FF2E0}">
      <dgm:prSet/>
      <dgm:spPr/>
      <dgm:t>
        <a:bodyPr/>
        <a:lstStyle/>
        <a:p>
          <a:endParaRPr lang="en-US"/>
        </a:p>
      </dgm:t>
    </dgm:pt>
    <dgm:pt modelId="{0170263A-8492-4F8D-B123-17E0B5EFC61A}" type="sibTrans" cxnId="{BA2D55DC-B2F1-4BFF-A03F-17478C5FF2E0}">
      <dgm:prSet/>
      <dgm:spPr/>
      <dgm:t>
        <a:bodyPr/>
        <a:lstStyle/>
        <a:p>
          <a:endParaRPr lang="en-US"/>
        </a:p>
      </dgm:t>
    </dgm:pt>
    <dgm:pt modelId="{45DBC985-6F9B-43F7-B9BA-98476928C405}">
      <dgm:prSet/>
      <dgm:spPr/>
      <dgm:t>
        <a:bodyPr/>
        <a:lstStyle/>
        <a:p>
          <a:r>
            <a:rPr lang="en-US"/>
            <a:t>Buildings Collapsed – Float</a:t>
          </a:r>
        </a:p>
      </dgm:t>
    </dgm:pt>
    <dgm:pt modelId="{0B360340-953C-4C47-AD9D-417CA836BF21}" type="parTrans" cxnId="{3B38192C-9871-4F5B-9F33-3C9A7F2AE8E4}">
      <dgm:prSet/>
      <dgm:spPr/>
      <dgm:t>
        <a:bodyPr/>
        <a:lstStyle/>
        <a:p>
          <a:endParaRPr lang="en-US"/>
        </a:p>
      </dgm:t>
    </dgm:pt>
    <dgm:pt modelId="{9C5F4ADE-22DB-4108-8941-3CC9DD8126C5}" type="sibTrans" cxnId="{3B38192C-9871-4F5B-9F33-3C9A7F2AE8E4}">
      <dgm:prSet/>
      <dgm:spPr/>
      <dgm:t>
        <a:bodyPr/>
        <a:lstStyle/>
        <a:p>
          <a:endParaRPr lang="en-US"/>
        </a:p>
      </dgm:t>
    </dgm:pt>
    <dgm:pt modelId="{3D2E9585-D14D-4CAE-8632-4ADFCFFADF68}">
      <dgm:prSet/>
      <dgm:spPr/>
      <dgm:t>
        <a:bodyPr/>
        <a:lstStyle/>
        <a:p>
          <a:r>
            <a:rPr lang="en-US" dirty="0"/>
            <a:t>Probability – Float</a:t>
          </a:r>
        </a:p>
      </dgm:t>
    </dgm:pt>
    <dgm:pt modelId="{156E2973-153A-4E7F-939F-A962E14ADAD3}" type="parTrans" cxnId="{5FF35FEA-5D36-4E50-9C5C-14B21731F72F}">
      <dgm:prSet/>
      <dgm:spPr/>
      <dgm:t>
        <a:bodyPr/>
        <a:lstStyle/>
        <a:p>
          <a:endParaRPr lang="en-US"/>
        </a:p>
      </dgm:t>
    </dgm:pt>
    <dgm:pt modelId="{0CE264A6-9F4B-4BB3-9462-BA7680A3F9B9}" type="sibTrans" cxnId="{5FF35FEA-5D36-4E50-9C5C-14B21731F72F}">
      <dgm:prSet/>
      <dgm:spPr/>
      <dgm:t>
        <a:bodyPr/>
        <a:lstStyle/>
        <a:p>
          <a:endParaRPr lang="en-US"/>
        </a:p>
      </dgm:t>
    </dgm:pt>
    <dgm:pt modelId="{A350E8E4-D20E-C34E-AE6C-66197DEA4C92}" type="pres">
      <dgm:prSet presAssocID="{6F6D9E05-084D-42AF-8483-7C0007EAA21F}" presName="vert0" presStyleCnt="0">
        <dgm:presLayoutVars>
          <dgm:dir/>
          <dgm:animOne val="branch"/>
          <dgm:animLvl val="lvl"/>
        </dgm:presLayoutVars>
      </dgm:prSet>
      <dgm:spPr/>
    </dgm:pt>
    <dgm:pt modelId="{52680F1A-4628-344E-8C19-EE7304B46CDF}" type="pres">
      <dgm:prSet presAssocID="{7BCEC893-0565-4908-8CAE-449C90ECD4E2}" presName="thickLine" presStyleLbl="alignNode1" presStyleIdx="0" presStyleCnt="9"/>
      <dgm:spPr/>
    </dgm:pt>
    <dgm:pt modelId="{F20848AC-2667-E040-BFBB-E9104131E69E}" type="pres">
      <dgm:prSet presAssocID="{7BCEC893-0565-4908-8CAE-449C90ECD4E2}" presName="horz1" presStyleCnt="0"/>
      <dgm:spPr/>
    </dgm:pt>
    <dgm:pt modelId="{60703102-ACF8-7648-9EF8-4219AE8979CE}" type="pres">
      <dgm:prSet presAssocID="{7BCEC893-0565-4908-8CAE-449C90ECD4E2}" presName="tx1" presStyleLbl="revTx" presStyleIdx="0" presStyleCnt="9"/>
      <dgm:spPr/>
    </dgm:pt>
    <dgm:pt modelId="{83FDC718-8DE9-AE4B-91DB-0CD58FFCA478}" type="pres">
      <dgm:prSet presAssocID="{7BCEC893-0565-4908-8CAE-449C90ECD4E2}" presName="vert1" presStyleCnt="0"/>
      <dgm:spPr/>
    </dgm:pt>
    <dgm:pt modelId="{7A13BCC9-81D2-C941-9608-C1D18AB7D028}" type="pres">
      <dgm:prSet presAssocID="{9CA28ECB-8440-4C58-A11E-C288EDE79062}" presName="thickLine" presStyleLbl="alignNode1" presStyleIdx="1" presStyleCnt="9"/>
      <dgm:spPr/>
    </dgm:pt>
    <dgm:pt modelId="{3488675E-27DC-104E-B379-34ED59531630}" type="pres">
      <dgm:prSet presAssocID="{9CA28ECB-8440-4C58-A11E-C288EDE79062}" presName="horz1" presStyleCnt="0"/>
      <dgm:spPr/>
    </dgm:pt>
    <dgm:pt modelId="{C5D9AFDC-B9B1-8944-9725-B490C0FD9E9B}" type="pres">
      <dgm:prSet presAssocID="{9CA28ECB-8440-4C58-A11E-C288EDE79062}" presName="tx1" presStyleLbl="revTx" presStyleIdx="1" presStyleCnt="9"/>
      <dgm:spPr/>
    </dgm:pt>
    <dgm:pt modelId="{B05A15E8-F1D0-EE4F-838D-C656324FC469}" type="pres">
      <dgm:prSet presAssocID="{9CA28ECB-8440-4C58-A11E-C288EDE79062}" presName="vert1" presStyleCnt="0"/>
      <dgm:spPr/>
    </dgm:pt>
    <dgm:pt modelId="{39CE3118-EEC2-294C-B602-2035E2E37FC6}" type="pres">
      <dgm:prSet presAssocID="{02C6CCC1-1981-4919-BBE7-E499859C2271}" presName="thickLine" presStyleLbl="alignNode1" presStyleIdx="2" presStyleCnt="9"/>
      <dgm:spPr/>
    </dgm:pt>
    <dgm:pt modelId="{C89E0583-29DE-854C-BCD2-3B546F95634C}" type="pres">
      <dgm:prSet presAssocID="{02C6CCC1-1981-4919-BBE7-E499859C2271}" presName="horz1" presStyleCnt="0"/>
      <dgm:spPr/>
    </dgm:pt>
    <dgm:pt modelId="{C92910DC-37AC-8845-8268-9096E1F8DC43}" type="pres">
      <dgm:prSet presAssocID="{02C6CCC1-1981-4919-BBE7-E499859C2271}" presName="tx1" presStyleLbl="revTx" presStyleIdx="2" presStyleCnt="9"/>
      <dgm:spPr/>
    </dgm:pt>
    <dgm:pt modelId="{C72D39EF-835A-6B4F-A548-54854D650FB2}" type="pres">
      <dgm:prSet presAssocID="{02C6CCC1-1981-4919-BBE7-E499859C2271}" presName="vert1" presStyleCnt="0"/>
      <dgm:spPr/>
    </dgm:pt>
    <dgm:pt modelId="{0299A0A7-317E-BC42-8554-76FF4C441B66}" type="pres">
      <dgm:prSet presAssocID="{FF526D3D-3E23-4FD0-9DBF-607B3504B432}" presName="thickLine" presStyleLbl="alignNode1" presStyleIdx="3" presStyleCnt="9"/>
      <dgm:spPr/>
    </dgm:pt>
    <dgm:pt modelId="{4398D42F-0CCD-B440-A4D6-DF2D7B4E811F}" type="pres">
      <dgm:prSet presAssocID="{FF526D3D-3E23-4FD0-9DBF-607B3504B432}" presName="horz1" presStyleCnt="0"/>
      <dgm:spPr/>
    </dgm:pt>
    <dgm:pt modelId="{E0D98B40-340B-7441-B263-D9BFE6C5538D}" type="pres">
      <dgm:prSet presAssocID="{FF526D3D-3E23-4FD0-9DBF-607B3504B432}" presName="tx1" presStyleLbl="revTx" presStyleIdx="3" presStyleCnt="9"/>
      <dgm:spPr/>
    </dgm:pt>
    <dgm:pt modelId="{8FEFDE9D-AF90-FF4A-8DCA-128CC9D545D2}" type="pres">
      <dgm:prSet presAssocID="{FF526D3D-3E23-4FD0-9DBF-607B3504B432}" presName="vert1" presStyleCnt="0"/>
      <dgm:spPr/>
    </dgm:pt>
    <dgm:pt modelId="{78C2A7D9-96F9-AC4B-8135-65A6EE1F909C}" type="pres">
      <dgm:prSet presAssocID="{0DE0FCBA-CB19-473F-83AD-E1C151F3F330}" presName="thickLine" presStyleLbl="alignNode1" presStyleIdx="4" presStyleCnt="9"/>
      <dgm:spPr/>
    </dgm:pt>
    <dgm:pt modelId="{DEBD1526-BCC6-FD4D-A1A9-5672B4C9AAA3}" type="pres">
      <dgm:prSet presAssocID="{0DE0FCBA-CB19-473F-83AD-E1C151F3F330}" presName="horz1" presStyleCnt="0"/>
      <dgm:spPr/>
    </dgm:pt>
    <dgm:pt modelId="{1D1F9336-9DB4-9245-9454-AE94D448C209}" type="pres">
      <dgm:prSet presAssocID="{0DE0FCBA-CB19-473F-83AD-E1C151F3F330}" presName="tx1" presStyleLbl="revTx" presStyleIdx="4" presStyleCnt="9"/>
      <dgm:spPr/>
    </dgm:pt>
    <dgm:pt modelId="{10CF99D1-56FF-A340-9BE2-994BE07BF731}" type="pres">
      <dgm:prSet presAssocID="{0DE0FCBA-CB19-473F-83AD-E1C151F3F330}" presName="vert1" presStyleCnt="0"/>
      <dgm:spPr/>
    </dgm:pt>
    <dgm:pt modelId="{B4FF4C76-1FA2-BD47-ACEB-3632E3E292D6}" type="pres">
      <dgm:prSet presAssocID="{DE76060B-4FCD-4473-9700-3C5B22505C38}" presName="thickLine" presStyleLbl="alignNode1" presStyleIdx="5" presStyleCnt="9"/>
      <dgm:spPr/>
    </dgm:pt>
    <dgm:pt modelId="{CB08C846-C30D-544A-940F-5AC218E8DBCE}" type="pres">
      <dgm:prSet presAssocID="{DE76060B-4FCD-4473-9700-3C5B22505C38}" presName="horz1" presStyleCnt="0"/>
      <dgm:spPr/>
    </dgm:pt>
    <dgm:pt modelId="{909F34F3-B383-E94F-A06D-D9921F5D3DD2}" type="pres">
      <dgm:prSet presAssocID="{DE76060B-4FCD-4473-9700-3C5B22505C38}" presName="tx1" presStyleLbl="revTx" presStyleIdx="5" presStyleCnt="9"/>
      <dgm:spPr/>
    </dgm:pt>
    <dgm:pt modelId="{4D1B3EF0-D97A-5543-89BC-C4F56F03525D}" type="pres">
      <dgm:prSet presAssocID="{DE76060B-4FCD-4473-9700-3C5B22505C38}" presName="vert1" presStyleCnt="0"/>
      <dgm:spPr/>
    </dgm:pt>
    <dgm:pt modelId="{C8AB2E13-5038-EC4E-AEF8-27627892262D}" type="pres">
      <dgm:prSet presAssocID="{1C448F6A-9CB6-4794-ABCA-912B360D2F49}" presName="thickLine" presStyleLbl="alignNode1" presStyleIdx="6" presStyleCnt="9"/>
      <dgm:spPr/>
    </dgm:pt>
    <dgm:pt modelId="{CFFD2607-37E1-EF4B-9EBC-DB8AEC05614F}" type="pres">
      <dgm:prSet presAssocID="{1C448F6A-9CB6-4794-ABCA-912B360D2F49}" presName="horz1" presStyleCnt="0"/>
      <dgm:spPr/>
    </dgm:pt>
    <dgm:pt modelId="{2B01A408-A374-384D-ADCF-440AE19DFEDC}" type="pres">
      <dgm:prSet presAssocID="{1C448F6A-9CB6-4794-ABCA-912B360D2F49}" presName="tx1" presStyleLbl="revTx" presStyleIdx="6" presStyleCnt="9"/>
      <dgm:spPr/>
    </dgm:pt>
    <dgm:pt modelId="{63D1DA9C-24EE-8B4B-BF5E-E312EA98D8D9}" type="pres">
      <dgm:prSet presAssocID="{1C448F6A-9CB6-4794-ABCA-912B360D2F49}" presName="vert1" presStyleCnt="0"/>
      <dgm:spPr/>
    </dgm:pt>
    <dgm:pt modelId="{8CC53E81-E713-D944-A3CD-A653E117908E}" type="pres">
      <dgm:prSet presAssocID="{45DBC985-6F9B-43F7-B9BA-98476928C405}" presName="thickLine" presStyleLbl="alignNode1" presStyleIdx="7" presStyleCnt="9"/>
      <dgm:spPr/>
    </dgm:pt>
    <dgm:pt modelId="{3AB6B8E1-73F9-4A40-AFEA-88B9A7F0ACE7}" type="pres">
      <dgm:prSet presAssocID="{45DBC985-6F9B-43F7-B9BA-98476928C405}" presName="horz1" presStyleCnt="0"/>
      <dgm:spPr/>
    </dgm:pt>
    <dgm:pt modelId="{5B0478A4-4CF3-5C4D-967F-3472EAD9A1DF}" type="pres">
      <dgm:prSet presAssocID="{45DBC985-6F9B-43F7-B9BA-98476928C405}" presName="tx1" presStyleLbl="revTx" presStyleIdx="7" presStyleCnt="9"/>
      <dgm:spPr/>
    </dgm:pt>
    <dgm:pt modelId="{1FF0E1C2-42F7-BA45-AD4F-43ACAD5DCD70}" type="pres">
      <dgm:prSet presAssocID="{45DBC985-6F9B-43F7-B9BA-98476928C405}" presName="vert1" presStyleCnt="0"/>
      <dgm:spPr/>
    </dgm:pt>
    <dgm:pt modelId="{99E385C6-ED05-2840-8A04-B35131649692}" type="pres">
      <dgm:prSet presAssocID="{3D2E9585-D14D-4CAE-8632-4ADFCFFADF68}" presName="thickLine" presStyleLbl="alignNode1" presStyleIdx="8" presStyleCnt="9"/>
      <dgm:spPr/>
    </dgm:pt>
    <dgm:pt modelId="{40181139-6142-F547-90D3-3561B9E4D967}" type="pres">
      <dgm:prSet presAssocID="{3D2E9585-D14D-4CAE-8632-4ADFCFFADF68}" presName="horz1" presStyleCnt="0"/>
      <dgm:spPr/>
    </dgm:pt>
    <dgm:pt modelId="{03C18CB0-748C-D94B-9FC3-93834A78735A}" type="pres">
      <dgm:prSet presAssocID="{3D2E9585-D14D-4CAE-8632-4ADFCFFADF68}" presName="tx1" presStyleLbl="revTx" presStyleIdx="8" presStyleCnt="9"/>
      <dgm:spPr/>
    </dgm:pt>
    <dgm:pt modelId="{EC95408E-5A10-EE40-8C73-5E8335D7D6EF}" type="pres">
      <dgm:prSet presAssocID="{3D2E9585-D14D-4CAE-8632-4ADFCFFADF68}" presName="vert1" presStyleCnt="0"/>
      <dgm:spPr/>
    </dgm:pt>
  </dgm:ptLst>
  <dgm:cxnLst>
    <dgm:cxn modelId="{BE7E2900-2771-4A36-ABC4-473461CC09BA}" srcId="{6F6D9E05-084D-42AF-8483-7C0007EAA21F}" destId="{7BCEC893-0565-4908-8CAE-449C90ECD4E2}" srcOrd="0" destOrd="0" parTransId="{C43BE54E-CDDF-4AAA-A003-AF5CE7F8737C}" sibTransId="{B7EC76DA-D25E-42C2-AA8A-906EF242CC8F}"/>
    <dgm:cxn modelId="{32842012-AFC2-3745-9DA4-D7FD13A6A198}" type="presOf" srcId="{7BCEC893-0565-4908-8CAE-449C90ECD4E2}" destId="{60703102-ACF8-7648-9EF8-4219AE8979CE}" srcOrd="0" destOrd="0" presId="urn:microsoft.com/office/officeart/2008/layout/LinedList"/>
    <dgm:cxn modelId="{9A8A8713-D551-D543-8282-8375400D5E0A}" type="presOf" srcId="{9CA28ECB-8440-4C58-A11E-C288EDE79062}" destId="{C5D9AFDC-B9B1-8944-9725-B490C0FD9E9B}" srcOrd="0" destOrd="0" presId="urn:microsoft.com/office/officeart/2008/layout/LinedList"/>
    <dgm:cxn modelId="{7258CB21-0B3F-4149-B287-36DDC864A3BD}" type="presOf" srcId="{02C6CCC1-1981-4919-BBE7-E499859C2271}" destId="{C92910DC-37AC-8845-8268-9096E1F8DC43}" srcOrd="0" destOrd="0" presId="urn:microsoft.com/office/officeart/2008/layout/LinedList"/>
    <dgm:cxn modelId="{DE89D427-F79A-44A6-9016-8689730DE738}" srcId="{6F6D9E05-084D-42AF-8483-7C0007EAA21F}" destId="{02C6CCC1-1981-4919-BBE7-E499859C2271}" srcOrd="2" destOrd="0" parTransId="{1678CEF6-7031-4289-8583-9AB40C998FDE}" sibTransId="{2DFF31E9-3155-4E74-B65A-C1FE039F480F}"/>
    <dgm:cxn modelId="{3B38192C-9871-4F5B-9F33-3C9A7F2AE8E4}" srcId="{6F6D9E05-084D-42AF-8483-7C0007EAA21F}" destId="{45DBC985-6F9B-43F7-B9BA-98476928C405}" srcOrd="7" destOrd="0" parTransId="{0B360340-953C-4C47-AD9D-417CA836BF21}" sibTransId="{9C5F4ADE-22DB-4108-8941-3CC9DD8126C5}"/>
    <dgm:cxn modelId="{C1651737-786D-4AF2-8159-BCCF3689CB1D}" srcId="{6F6D9E05-084D-42AF-8483-7C0007EAA21F}" destId="{0DE0FCBA-CB19-473F-83AD-E1C151F3F330}" srcOrd="4" destOrd="0" parTransId="{FA83944F-1EC3-416C-9188-AD137CC272CF}" sibTransId="{CDCE2C61-67B1-4189-ADD7-D38F0B5BFD1D}"/>
    <dgm:cxn modelId="{B159493C-2E4E-8A43-B65F-A6D8E94AA222}" type="presOf" srcId="{DE76060B-4FCD-4473-9700-3C5B22505C38}" destId="{909F34F3-B383-E94F-A06D-D9921F5D3DD2}" srcOrd="0" destOrd="0" presId="urn:microsoft.com/office/officeart/2008/layout/LinedList"/>
    <dgm:cxn modelId="{56AB3046-53F6-0141-A1B7-2933B85CA513}" type="presOf" srcId="{6F6D9E05-084D-42AF-8483-7C0007EAA21F}" destId="{A350E8E4-D20E-C34E-AE6C-66197DEA4C92}" srcOrd="0" destOrd="0" presId="urn:microsoft.com/office/officeart/2008/layout/LinedList"/>
    <dgm:cxn modelId="{26BB8C61-5DA2-3645-8D6D-8CB233A7F179}" type="presOf" srcId="{45DBC985-6F9B-43F7-B9BA-98476928C405}" destId="{5B0478A4-4CF3-5C4D-967F-3472EAD9A1DF}" srcOrd="0" destOrd="0" presId="urn:microsoft.com/office/officeart/2008/layout/LinedList"/>
    <dgm:cxn modelId="{8AEC4967-8C2C-C341-8347-FB3FB352624A}" type="presOf" srcId="{1C448F6A-9CB6-4794-ABCA-912B360D2F49}" destId="{2B01A408-A374-384D-ADCF-440AE19DFEDC}" srcOrd="0" destOrd="0" presId="urn:microsoft.com/office/officeart/2008/layout/LinedList"/>
    <dgm:cxn modelId="{D97EC184-4DFF-4A60-B9D8-4E69C843D344}" srcId="{6F6D9E05-084D-42AF-8483-7C0007EAA21F}" destId="{FF526D3D-3E23-4FD0-9DBF-607B3504B432}" srcOrd="3" destOrd="0" parTransId="{664C1A4B-ACBA-4B40-9DE3-911A4588971E}" sibTransId="{301674C3-552F-480C-9BFC-5B50BC3E1428}"/>
    <dgm:cxn modelId="{24ACA6BF-6382-4849-9E56-5AB60DC7A649}" srcId="{6F6D9E05-084D-42AF-8483-7C0007EAA21F}" destId="{9CA28ECB-8440-4C58-A11E-C288EDE79062}" srcOrd="1" destOrd="0" parTransId="{86F735B7-70BF-4A37-B8B1-8F9407CDC736}" sibTransId="{44168AC4-60BE-49B8-BA73-76755DBC65BD}"/>
    <dgm:cxn modelId="{19F26FD8-1680-7E4C-8BEB-EB7B45AFDB86}" type="presOf" srcId="{FF526D3D-3E23-4FD0-9DBF-607B3504B432}" destId="{E0D98B40-340B-7441-B263-D9BFE6C5538D}" srcOrd="0" destOrd="0" presId="urn:microsoft.com/office/officeart/2008/layout/LinedList"/>
    <dgm:cxn modelId="{BA2D55DC-B2F1-4BFF-A03F-17478C5FF2E0}" srcId="{6F6D9E05-084D-42AF-8483-7C0007EAA21F}" destId="{1C448F6A-9CB6-4794-ABCA-912B360D2F49}" srcOrd="6" destOrd="0" parTransId="{56A67606-0B80-4652-BB66-C00244787E93}" sibTransId="{0170263A-8492-4F8D-B123-17E0B5EFC61A}"/>
    <dgm:cxn modelId="{5FF35FEA-5D36-4E50-9C5C-14B21731F72F}" srcId="{6F6D9E05-084D-42AF-8483-7C0007EAA21F}" destId="{3D2E9585-D14D-4CAE-8632-4ADFCFFADF68}" srcOrd="8" destOrd="0" parTransId="{156E2973-153A-4E7F-939F-A962E14ADAD3}" sibTransId="{0CE264A6-9F4B-4BB3-9462-BA7680A3F9B9}"/>
    <dgm:cxn modelId="{5C1C37F0-8244-4935-817B-DC511578CA23}" srcId="{6F6D9E05-084D-42AF-8483-7C0007EAA21F}" destId="{DE76060B-4FCD-4473-9700-3C5B22505C38}" srcOrd="5" destOrd="0" parTransId="{AE789CE6-D356-4232-86F8-44EDF5029E62}" sibTransId="{7A1A9E8E-13F6-4372-A485-4A35E4AB3A92}"/>
    <dgm:cxn modelId="{9CE962F2-E4E9-A34C-A8BD-7F7817E516EA}" type="presOf" srcId="{0DE0FCBA-CB19-473F-83AD-E1C151F3F330}" destId="{1D1F9336-9DB4-9245-9454-AE94D448C209}" srcOrd="0" destOrd="0" presId="urn:microsoft.com/office/officeart/2008/layout/LinedList"/>
    <dgm:cxn modelId="{83ACF2FE-16F5-D34A-A0FD-D6B52836A2CC}" type="presOf" srcId="{3D2E9585-D14D-4CAE-8632-4ADFCFFADF68}" destId="{03C18CB0-748C-D94B-9FC3-93834A78735A}" srcOrd="0" destOrd="0" presId="urn:microsoft.com/office/officeart/2008/layout/LinedList"/>
    <dgm:cxn modelId="{435E9BF6-3E08-9D4E-8C39-C4CCFCEDC021}" type="presParOf" srcId="{A350E8E4-D20E-C34E-AE6C-66197DEA4C92}" destId="{52680F1A-4628-344E-8C19-EE7304B46CDF}" srcOrd="0" destOrd="0" presId="urn:microsoft.com/office/officeart/2008/layout/LinedList"/>
    <dgm:cxn modelId="{BEEF4B08-E8AD-2345-BC20-20E5452EE075}" type="presParOf" srcId="{A350E8E4-D20E-C34E-AE6C-66197DEA4C92}" destId="{F20848AC-2667-E040-BFBB-E9104131E69E}" srcOrd="1" destOrd="0" presId="urn:microsoft.com/office/officeart/2008/layout/LinedList"/>
    <dgm:cxn modelId="{146E8BFD-A09B-1245-A7A6-FFA9FEE0F139}" type="presParOf" srcId="{F20848AC-2667-E040-BFBB-E9104131E69E}" destId="{60703102-ACF8-7648-9EF8-4219AE8979CE}" srcOrd="0" destOrd="0" presId="urn:microsoft.com/office/officeart/2008/layout/LinedList"/>
    <dgm:cxn modelId="{86D94CE7-892B-E048-85DD-A83C765A948E}" type="presParOf" srcId="{F20848AC-2667-E040-BFBB-E9104131E69E}" destId="{83FDC718-8DE9-AE4B-91DB-0CD58FFCA478}" srcOrd="1" destOrd="0" presId="urn:microsoft.com/office/officeart/2008/layout/LinedList"/>
    <dgm:cxn modelId="{B6DF2A6B-447C-BA4A-8BF6-5230DFE3F173}" type="presParOf" srcId="{A350E8E4-D20E-C34E-AE6C-66197DEA4C92}" destId="{7A13BCC9-81D2-C941-9608-C1D18AB7D028}" srcOrd="2" destOrd="0" presId="urn:microsoft.com/office/officeart/2008/layout/LinedList"/>
    <dgm:cxn modelId="{0363EFF8-95F0-E148-AF4E-14D2F38C3A80}" type="presParOf" srcId="{A350E8E4-D20E-C34E-AE6C-66197DEA4C92}" destId="{3488675E-27DC-104E-B379-34ED59531630}" srcOrd="3" destOrd="0" presId="urn:microsoft.com/office/officeart/2008/layout/LinedList"/>
    <dgm:cxn modelId="{A412CBA0-C1E9-B643-B5BF-06D4CD46D669}" type="presParOf" srcId="{3488675E-27DC-104E-B379-34ED59531630}" destId="{C5D9AFDC-B9B1-8944-9725-B490C0FD9E9B}" srcOrd="0" destOrd="0" presId="urn:microsoft.com/office/officeart/2008/layout/LinedList"/>
    <dgm:cxn modelId="{C9446F29-C2FD-1543-8F64-BA2C6FCDA4AE}" type="presParOf" srcId="{3488675E-27DC-104E-B379-34ED59531630}" destId="{B05A15E8-F1D0-EE4F-838D-C656324FC469}" srcOrd="1" destOrd="0" presId="urn:microsoft.com/office/officeart/2008/layout/LinedList"/>
    <dgm:cxn modelId="{A7AB8D40-48AC-7C4D-B8D7-A70B67EC1561}" type="presParOf" srcId="{A350E8E4-D20E-C34E-AE6C-66197DEA4C92}" destId="{39CE3118-EEC2-294C-B602-2035E2E37FC6}" srcOrd="4" destOrd="0" presId="urn:microsoft.com/office/officeart/2008/layout/LinedList"/>
    <dgm:cxn modelId="{8B574C88-0D9F-4B4E-B9C9-D75944BBFDFD}" type="presParOf" srcId="{A350E8E4-D20E-C34E-AE6C-66197DEA4C92}" destId="{C89E0583-29DE-854C-BCD2-3B546F95634C}" srcOrd="5" destOrd="0" presId="urn:microsoft.com/office/officeart/2008/layout/LinedList"/>
    <dgm:cxn modelId="{C508F1F4-7C90-4B41-A5E9-29C09F7DE3DF}" type="presParOf" srcId="{C89E0583-29DE-854C-BCD2-3B546F95634C}" destId="{C92910DC-37AC-8845-8268-9096E1F8DC43}" srcOrd="0" destOrd="0" presId="urn:microsoft.com/office/officeart/2008/layout/LinedList"/>
    <dgm:cxn modelId="{EC8EA912-5FB4-2D46-B02E-0BEEB7924C16}" type="presParOf" srcId="{C89E0583-29DE-854C-BCD2-3B546F95634C}" destId="{C72D39EF-835A-6B4F-A548-54854D650FB2}" srcOrd="1" destOrd="0" presId="urn:microsoft.com/office/officeart/2008/layout/LinedList"/>
    <dgm:cxn modelId="{D7D27179-9FF4-894E-B026-47F67D62ED88}" type="presParOf" srcId="{A350E8E4-D20E-C34E-AE6C-66197DEA4C92}" destId="{0299A0A7-317E-BC42-8554-76FF4C441B66}" srcOrd="6" destOrd="0" presId="urn:microsoft.com/office/officeart/2008/layout/LinedList"/>
    <dgm:cxn modelId="{167C313D-22E7-424F-8D23-BEF4700E6584}" type="presParOf" srcId="{A350E8E4-D20E-C34E-AE6C-66197DEA4C92}" destId="{4398D42F-0CCD-B440-A4D6-DF2D7B4E811F}" srcOrd="7" destOrd="0" presId="urn:microsoft.com/office/officeart/2008/layout/LinedList"/>
    <dgm:cxn modelId="{85F74CCA-CEBF-484E-ADE4-CB5320004E33}" type="presParOf" srcId="{4398D42F-0CCD-B440-A4D6-DF2D7B4E811F}" destId="{E0D98B40-340B-7441-B263-D9BFE6C5538D}" srcOrd="0" destOrd="0" presId="urn:microsoft.com/office/officeart/2008/layout/LinedList"/>
    <dgm:cxn modelId="{1F034071-5EE7-1743-A437-39D650CAB955}" type="presParOf" srcId="{4398D42F-0CCD-B440-A4D6-DF2D7B4E811F}" destId="{8FEFDE9D-AF90-FF4A-8DCA-128CC9D545D2}" srcOrd="1" destOrd="0" presId="urn:microsoft.com/office/officeart/2008/layout/LinedList"/>
    <dgm:cxn modelId="{00F96428-73B2-5743-AF77-0654508B6F8A}" type="presParOf" srcId="{A350E8E4-D20E-C34E-AE6C-66197DEA4C92}" destId="{78C2A7D9-96F9-AC4B-8135-65A6EE1F909C}" srcOrd="8" destOrd="0" presId="urn:microsoft.com/office/officeart/2008/layout/LinedList"/>
    <dgm:cxn modelId="{56DAE47D-1621-C44B-A2A6-2749255B10A4}" type="presParOf" srcId="{A350E8E4-D20E-C34E-AE6C-66197DEA4C92}" destId="{DEBD1526-BCC6-FD4D-A1A9-5672B4C9AAA3}" srcOrd="9" destOrd="0" presId="urn:microsoft.com/office/officeart/2008/layout/LinedList"/>
    <dgm:cxn modelId="{9658AF1E-A9C3-E746-96FD-AB90179D523A}" type="presParOf" srcId="{DEBD1526-BCC6-FD4D-A1A9-5672B4C9AAA3}" destId="{1D1F9336-9DB4-9245-9454-AE94D448C209}" srcOrd="0" destOrd="0" presId="urn:microsoft.com/office/officeart/2008/layout/LinedList"/>
    <dgm:cxn modelId="{F83CA9B2-7BB8-374E-8E10-0B330D667C8B}" type="presParOf" srcId="{DEBD1526-BCC6-FD4D-A1A9-5672B4C9AAA3}" destId="{10CF99D1-56FF-A340-9BE2-994BE07BF731}" srcOrd="1" destOrd="0" presId="urn:microsoft.com/office/officeart/2008/layout/LinedList"/>
    <dgm:cxn modelId="{C1CF682F-E139-E147-AB72-E0CB332452A3}" type="presParOf" srcId="{A350E8E4-D20E-C34E-AE6C-66197DEA4C92}" destId="{B4FF4C76-1FA2-BD47-ACEB-3632E3E292D6}" srcOrd="10" destOrd="0" presId="urn:microsoft.com/office/officeart/2008/layout/LinedList"/>
    <dgm:cxn modelId="{707E94C6-BA4E-CE45-8428-C5C43D962890}" type="presParOf" srcId="{A350E8E4-D20E-C34E-AE6C-66197DEA4C92}" destId="{CB08C846-C30D-544A-940F-5AC218E8DBCE}" srcOrd="11" destOrd="0" presId="urn:microsoft.com/office/officeart/2008/layout/LinedList"/>
    <dgm:cxn modelId="{B3C5EE02-07CE-EE43-898B-99321392ECA0}" type="presParOf" srcId="{CB08C846-C30D-544A-940F-5AC218E8DBCE}" destId="{909F34F3-B383-E94F-A06D-D9921F5D3DD2}" srcOrd="0" destOrd="0" presId="urn:microsoft.com/office/officeart/2008/layout/LinedList"/>
    <dgm:cxn modelId="{2D946D91-2D2D-9A40-B5D4-29D803AF1112}" type="presParOf" srcId="{CB08C846-C30D-544A-940F-5AC218E8DBCE}" destId="{4D1B3EF0-D97A-5543-89BC-C4F56F03525D}" srcOrd="1" destOrd="0" presId="urn:microsoft.com/office/officeart/2008/layout/LinedList"/>
    <dgm:cxn modelId="{34D96278-807D-A44A-95AA-F12C5189840B}" type="presParOf" srcId="{A350E8E4-D20E-C34E-AE6C-66197DEA4C92}" destId="{C8AB2E13-5038-EC4E-AEF8-27627892262D}" srcOrd="12" destOrd="0" presId="urn:microsoft.com/office/officeart/2008/layout/LinedList"/>
    <dgm:cxn modelId="{898B587B-ABC6-E94D-B6EB-DF7C11B9006F}" type="presParOf" srcId="{A350E8E4-D20E-C34E-AE6C-66197DEA4C92}" destId="{CFFD2607-37E1-EF4B-9EBC-DB8AEC05614F}" srcOrd="13" destOrd="0" presId="urn:microsoft.com/office/officeart/2008/layout/LinedList"/>
    <dgm:cxn modelId="{B8E8A937-E2D8-FD4D-84B2-ADFA49CA0544}" type="presParOf" srcId="{CFFD2607-37E1-EF4B-9EBC-DB8AEC05614F}" destId="{2B01A408-A374-384D-ADCF-440AE19DFEDC}" srcOrd="0" destOrd="0" presId="urn:microsoft.com/office/officeart/2008/layout/LinedList"/>
    <dgm:cxn modelId="{BE3D0CF4-EF22-AD41-8255-7ED72E8A634D}" type="presParOf" srcId="{CFFD2607-37E1-EF4B-9EBC-DB8AEC05614F}" destId="{63D1DA9C-24EE-8B4B-BF5E-E312EA98D8D9}" srcOrd="1" destOrd="0" presId="urn:microsoft.com/office/officeart/2008/layout/LinedList"/>
    <dgm:cxn modelId="{D961FC0D-5E36-EE4D-82F2-DEFD0B6D1448}" type="presParOf" srcId="{A350E8E4-D20E-C34E-AE6C-66197DEA4C92}" destId="{8CC53E81-E713-D944-A3CD-A653E117908E}" srcOrd="14" destOrd="0" presId="urn:microsoft.com/office/officeart/2008/layout/LinedList"/>
    <dgm:cxn modelId="{55B4F4A8-6147-094E-96B1-EC2D61902093}" type="presParOf" srcId="{A350E8E4-D20E-C34E-AE6C-66197DEA4C92}" destId="{3AB6B8E1-73F9-4A40-AFEA-88B9A7F0ACE7}" srcOrd="15" destOrd="0" presId="urn:microsoft.com/office/officeart/2008/layout/LinedList"/>
    <dgm:cxn modelId="{EF832458-3BD6-E142-B30B-03FE3BE0EFB7}" type="presParOf" srcId="{3AB6B8E1-73F9-4A40-AFEA-88B9A7F0ACE7}" destId="{5B0478A4-4CF3-5C4D-967F-3472EAD9A1DF}" srcOrd="0" destOrd="0" presId="urn:microsoft.com/office/officeart/2008/layout/LinedList"/>
    <dgm:cxn modelId="{C626DEA3-963A-234F-A9E9-071BF01B27F7}" type="presParOf" srcId="{3AB6B8E1-73F9-4A40-AFEA-88B9A7F0ACE7}" destId="{1FF0E1C2-42F7-BA45-AD4F-43ACAD5DCD70}" srcOrd="1" destOrd="0" presId="urn:microsoft.com/office/officeart/2008/layout/LinedList"/>
    <dgm:cxn modelId="{3E2491AC-DDB7-B245-A133-179392A7B523}" type="presParOf" srcId="{A350E8E4-D20E-C34E-AE6C-66197DEA4C92}" destId="{99E385C6-ED05-2840-8A04-B35131649692}" srcOrd="16" destOrd="0" presId="urn:microsoft.com/office/officeart/2008/layout/LinedList"/>
    <dgm:cxn modelId="{F1334705-D3EC-884A-B571-47BC530EBD4F}" type="presParOf" srcId="{A350E8E4-D20E-C34E-AE6C-66197DEA4C92}" destId="{40181139-6142-F547-90D3-3561B9E4D967}" srcOrd="17" destOrd="0" presId="urn:microsoft.com/office/officeart/2008/layout/LinedList"/>
    <dgm:cxn modelId="{E5854A83-FFDE-714F-AA0E-962CF9ECA639}" type="presParOf" srcId="{40181139-6142-F547-90D3-3561B9E4D967}" destId="{03C18CB0-748C-D94B-9FC3-93834A78735A}" srcOrd="0" destOrd="0" presId="urn:microsoft.com/office/officeart/2008/layout/LinedList"/>
    <dgm:cxn modelId="{92B33FB9-A853-D446-9CE2-ECC2AEDEAB6C}" type="presParOf" srcId="{40181139-6142-F547-90D3-3561B9E4D967}" destId="{EC95408E-5A10-EE40-8C73-5E8335D7D6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3F886E-50EE-4503-BC05-A4722C7AE38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B83E44-F744-4CD9-AAEC-5A82B7FCD975}">
      <dgm:prSet/>
      <dgm:spPr/>
      <dgm:t>
        <a:bodyPr/>
        <a:lstStyle/>
        <a:p>
          <a:r>
            <a:rPr lang="en-US"/>
            <a:t>Loaded the data set into Jupyter notebook using Pandas Library</a:t>
          </a:r>
        </a:p>
      </dgm:t>
    </dgm:pt>
    <dgm:pt modelId="{337A1A93-4125-4513-93A0-D1D98D3A714E}" type="parTrans" cxnId="{FA02ED49-F7FE-4B72-9E2E-55BD9035BE46}">
      <dgm:prSet/>
      <dgm:spPr/>
      <dgm:t>
        <a:bodyPr/>
        <a:lstStyle/>
        <a:p>
          <a:endParaRPr lang="en-US"/>
        </a:p>
      </dgm:t>
    </dgm:pt>
    <dgm:pt modelId="{5E990D1B-5610-4037-94F2-916568939EE4}" type="sibTrans" cxnId="{FA02ED49-F7FE-4B72-9E2E-55BD9035BE46}">
      <dgm:prSet/>
      <dgm:spPr/>
      <dgm:t>
        <a:bodyPr/>
        <a:lstStyle/>
        <a:p>
          <a:endParaRPr lang="en-US"/>
        </a:p>
      </dgm:t>
    </dgm:pt>
    <dgm:pt modelId="{F850241C-D65B-4FC0-85CB-CE3E355F1502}">
      <dgm:prSet/>
      <dgm:spPr/>
      <dgm:t>
        <a:bodyPr/>
        <a:lstStyle/>
        <a:p>
          <a:r>
            <a:rPr lang="en-US"/>
            <a:t>Identified the null value columns and dropped them from our analysis</a:t>
          </a:r>
        </a:p>
      </dgm:t>
    </dgm:pt>
    <dgm:pt modelId="{4B80CA48-66A3-4AFD-8E50-B655E8AC5D9B}" type="parTrans" cxnId="{D52832E4-7E69-456C-9E67-1746906E8E5C}">
      <dgm:prSet/>
      <dgm:spPr/>
      <dgm:t>
        <a:bodyPr/>
        <a:lstStyle/>
        <a:p>
          <a:endParaRPr lang="en-US"/>
        </a:p>
      </dgm:t>
    </dgm:pt>
    <dgm:pt modelId="{30D90B82-8989-4709-AC74-95C369BF0C25}" type="sibTrans" cxnId="{D52832E4-7E69-456C-9E67-1746906E8E5C}">
      <dgm:prSet/>
      <dgm:spPr/>
      <dgm:t>
        <a:bodyPr/>
        <a:lstStyle/>
        <a:p>
          <a:endParaRPr lang="en-US"/>
        </a:p>
      </dgm:t>
    </dgm:pt>
    <dgm:pt modelId="{3CA24352-D835-4B8F-8AB1-2129EB3D843F}">
      <dgm:prSet/>
      <dgm:spPr/>
      <dgm:t>
        <a:bodyPr/>
        <a:lstStyle/>
        <a:p>
          <a:r>
            <a:rPr lang="en-US"/>
            <a:t>Selected the relevant Columns (Like., Disaster Type, Fatalities, Economic Loss)</a:t>
          </a:r>
        </a:p>
      </dgm:t>
    </dgm:pt>
    <dgm:pt modelId="{14296759-127D-42CA-936C-94DABA6D3CA3}" type="parTrans" cxnId="{698AC8CE-8318-43C0-8EF1-95753BB78D95}">
      <dgm:prSet/>
      <dgm:spPr/>
      <dgm:t>
        <a:bodyPr/>
        <a:lstStyle/>
        <a:p>
          <a:endParaRPr lang="en-US"/>
        </a:p>
      </dgm:t>
    </dgm:pt>
    <dgm:pt modelId="{61E96AF1-7C3D-4037-9976-4A7EEC55781E}" type="sibTrans" cxnId="{698AC8CE-8318-43C0-8EF1-95753BB78D95}">
      <dgm:prSet/>
      <dgm:spPr/>
      <dgm:t>
        <a:bodyPr/>
        <a:lstStyle/>
        <a:p>
          <a:endParaRPr lang="en-US"/>
        </a:p>
      </dgm:t>
    </dgm:pt>
    <dgm:pt modelId="{C12F35D9-80AD-47C7-A1AC-35FF42E103F3}">
      <dgm:prSet/>
      <dgm:spPr/>
      <dgm:t>
        <a:bodyPr/>
        <a:lstStyle/>
        <a:p>
          <a:r>
            <a:rPr lang="en-US"/>
            <a:t>We focused our analysis on Fatalities and Economic Losses</a:t>
          </a:r>
        </a:p>
      </dgm:t>
    </dgm:pt>
    <dgm:pt modelId="{09285A83-77F1-4414-9FCB-6D20D3AA9EDF}" type="parTrans" cxnId="{70C9D4FA-B9B7-47BA-ADB1-9DF3F19093F6}">
      <dgm:prSet/>
      <dgm:spPr/>
      <dgm:t>
        <a:bodyPr/>
        <a:lstStyle/>
        <a:p>
          <a:endParaRPr lang="en-US"/>
        </a:p>
      </dgm:t>
    </dgm:pt>
    <dgm:pt modelId="{95D64CEF-2FEC-4257-B9BB-34C8B56C9B7E}" type="sibTrans" cxnId="{70C9D4FA-B9B7-47BA-ADB1-9DF3F19093F6}">
      <dgm:prSet/>
      <dgm:spPr/>
      <dgm:t>
        <a:bodyPr/>
        <a:lstStyle/>
        <a:p>
          <a:endParaRPr lang="en-US"/>
        </a:p>
      </dgm:t>
    </dgm:pt>
    <dgm:pt modelId="{71D91BDB-0060-A04C-8E36-651416D7F1BE}" type="pres">
      <dgm:prSet presAssocID="{373F886E-50EE-4503-BC05-A4722C7AE388}" presName="vert0" presStyleCnt="0">
        <dgm:presLayoutVars>
          <dgm:dir/>
          <dgm:animOne val="branch"/>
          <dgm:animLvl val="lvl"/>
        </dgm:presLayoutVars>
      </dgm:prSet>
      <dgm:spPr/>
    </dgm:pt>
    <dgm:pt modelId="{39F26B98-5B41-BE41-80DE-1A23EA6DB921}" type="pres">
      <dgm:prSet presAssocID="{1AB83E44-F744-4CD9-AAEC-5A82B7FCD975}" presName="thickLine" presStyleLbl="alignNode1" presStyleIdx="0" presStyleCnt="4"/>
      <dgm:spPr/>
    </dgm:pt>
    <dgm:pt modelId="{0658617E-F974-224F-906F-32B74264D87D}" type="pres">
      <dgm:prSet presAssocID="{1AB83E44-F744-4CD9-AAEC-5A82B7FCD975}" presName="horz1" presStyleCnt="0"/>
      <dgm:spPr/>
    </dgm:pt>
    <dgm:pt modelId="{1ABD699C-A2D3-B44A-B9F5-80DD9F3D99D1}" type="pres">
      <dgm:prSet presAssocID="{1AB83E44-F744-4CD9-AAEC-5A82B7FCD975}" presName="tx1" presStyleLbl="revTx" presStyleIdx="0" presStyleCnt="4"/>
      <dgm:spPr/>
    </dgm:pt>
    <dgm:pt modelId="{0C1BDE4B-4912-4047-B93D-FD8E56B65625}" type="pres">
      <dgm:prSet presAssocID="{1AB83E44-F744-4CD9-AAEC-5A82B7FCD975}" presName="vert1" presStyleCnt="0"/>
      <dgm:spPr/>
    </dgm:pt>
    <dgm:pt modelId="{08BE6A84-DB5B-4445-8168-4707868E6236}" type="pres">
      <dgm:prSet presAssocID="{F850241C-D65B-4FC0-85CB-CE3E355F1502}" presName="thickLine" presStyleLbl="alignNode1" presStyleIdx="1" presStyleCnt="4"/>
      <dgm:spPr/>
    </dgm:pt>
    <dgm:pt modelId="{EA25BF27-64CE-0941-B90B-72DDCA863ED0}" type="pres">
      <dgm:prSet presAssocID="{F850241C-D65B-4FC0-85CB-CE3E355F1502}" presName="horz1" presStyleCnt="0"/>
      <dgm:spPr/>
    </dgm:pt>
    <dgm:pt modelId="{1A690285-697A-DA46-A4FC-B9060988C5D1}" type="pres">
      <dgm:prSet presAssocID="{F850241C-D65B-4FC0-85CB-CE3E355F1502}" presName="tx1" presStyleLbl="revTx" presStyleIdx="1" presStyleCnt="4"/>
      <dgm:spPr/>
    </dgm:pt>
    <dgm:pt modelId="{119EB50F-2DC1-9846-ACC2-01C745219023}" type="pres">
      <dgm:prSet presAssocID="{F850241C-D65B-4FC0-85CB-CE3E355F1502}" presName="vert1" presStyleCnt="0"/>
      <dgm:spPr/>
    </dgm:pt>
    <dgm:pt modelId="{7F25A2A8-4CD0-5041-B465-6DF00698F08B}" type="pres">
      <dgm:prSet presAssocID="{3CA24352-D835-4B8F-8AB1-2129EB3D843F}" presName="thickLine" presStyleLbl="alignNode1" presStyleIdx="2" presStyleCnt="4"/>
      <dgm:spPr/>
    </dgm:pt>
    <dgm:pt modelId="{18AA5B3F-FC73-0442-84AB-E13E025F9C26}" type="pres">
      <dgm:prSet presAssocID="{3CA24352-D835-4B8F-8AB1-2129EB3D843F}" presName="horz1" presStyleCnt="0"/>
      <dgm:spPr/>
    </dgm:pt>
    <dgm:pt modelId="{D86D18BC-5E12-DC4D-8300-5B7D04E433AE}" type="pres">
      <dgm:prSet presAssocID="{3CA24352-D835-4B8F-8AB1-2129EB3D843F}" presName="tx1" presStyleLbl="revTx" presStyleIdx="2" presStyleCnt="4"/>
      <dgm:spPr/>
    </dgm:pt>
    <dgm:pt modelId="{4C63BEFB-356C-A547-B322-D484C700D0F1}" type="pres">
      <dgm:prSet presAssocID="{3CA24352-D835-4B8F-8AB1-2129EB3D843F}" presName="vert1" presStyleCnt="0"/>
      <dgm:spPr/>
    </dgm:pt>
    <dgm:pt modelId="{67DE30EA-7573-594B-9755-FDB3E7937856}" type="pres">
      <dgm:prSet presAssocID="{C12F35D9-80AD-47C7-A1AC-35FF42E103F3}" presName="thickLine" presStyleLbl="alignNode1" presStyleIdx="3" presStyleCnt="4"/>
      <dgm:spPr/>
    </dgm:pt>
    <dgm:pt modelId="{F1F78B7B-F86B-F341-8459-DB712B6D4AEA}" type="pres">
      <dgm:prSet presAssocID="{C12F35D9-80AD-47C7-A1AC-35FF42E103F3}" presName="horz1" presStyleCnt="0"/>
      <dgm:spPr/>
    </dgm:pt>
    <dgm:pt modelId="{09EDAFFF-FDCB-E54F-A928-D98A5B797467}" type="pres">
      <dgm:prSet presAssocID="{C12F35D9-80AD-47C7-A1AC-35FF42E103F3}" presName="tx1" presStyleLbl="revTx" presStyleIdx="3" presStyleCnt="4"/>
      <dgm:spPr/>
    </dgm:pt>
    <dgm:pt modelId="{E235843A-0D0D-804A-BFCF-21CBCC6C02CB}" type="pres">
      <dgm:prSet presAssocID="{C12F35D9-80AD-47C7-A1AC-35FF42E103F3}" presName="vert1" presStyleCnt="0"/>
      <dgm:spPr/>
    </dgm:pt>
  </dgm:ptLst>
  <dgm:cxnLst>
    <dgm:cxn modelId="{05F5A60E-386D-474F-A0C2-D486BAAD606F}" type="presOf" srcId="{3CA24352-D835-4B8F-8AB1-2129EB3D843F}" destId="{D86D18BC-5E12-DC4D-8300-5B7D04E433AE}" srcOrd="0" destOrd="0" presId="urn:microsoft.com/office/officeart/2008/layout/LinedList"/>
    <dgm:cxn modelId="{0425F025-56AF-0948-8CFF-DCF6329F4E73}" type="presOf" srcId="{1AB83E44-F744-4CD9-AAEC-5A82B7FCD975}" destId="{1ABD699C-A2D3-B44A-B9F5-80DD9F3D99D1}" srcOrd="0" destOrd="0" presId="urn:microsoft.com/office/officeart/2008/layout/LinedList"/>
    <dgm:cxn modelId="{FA02ED49-F7FE-4B72-9E2E-55BD9035BE46}" srcId="{373F886E-50EE-4503-BC05-A4722C7AE388}" destId="{1AB83E44-F744-4CD9-AAEC-5A82B7FCD975}" srcOrd="0" destOrd="0" parTransId="{337A1A93-4125-4513-93A0-D1D98D3A714E}" sibTransId="{5E990D1B-5610-4037-94F2-916568939EE4}"/>
    <dgm:cxn modelId="{E87FA74D-771A-B846-B5E3-CC9769648A1D}" type="presOf" srcId="{373F886E-50EE-4503-BC05-A4722C7AE388}" destId="{71D91BDB-0060-A04C-8E36-651416D7F1BE}" srcOrd="0" destOrd="0" presId="urn:microsoft.com/office/officeart/2008/layout/LinedList"/>
    <dgm:cxn modelId="{9EF23AC3-F2BD-E144-86BB-174F88B30FC5}" type="presOf" srcId="{F850241C-D65B-4FC0-85CB-CE3E355F1502}" destId="{1A690285-697A-DA46-A4FC-B9060988C5D1}" srcOrd="0" destOrd="0" presId="urn:microsoft.com/office/officeart/2008/layout/LinedList"/>
    <dgm:cxn modelId="{698AC8CE-8318-43C0-8EF1-95753BB78D95}" srcId="{373F886E-50EE-4503-BC05-A4722C7AE388}" destId="{3CA24352-D835-4B8F-8AB1-2129EB3D843F}" srcOrd="2" destOrd="0" parTransId="{14296759-127D-42CA-936C-94DABA6D3CA3}" sibTransId="{61E96AF1-7C3D-4037-9976-4A7EEC55781E}"/>
    <dgm:cxn modelId="{BABBAFE3-136F-4846-83D5-1D9BB1DF095E}" type="presOf" srcId="{C12F35D9-80AD-47C7-A1AC-35FF42E103F3}" destId="{09EDAFFF-FDCB-E54F-A928-D98A5B797467}" srcOrd="0" destOrd="0" presId="urn:microsoft.com/office/officeart/2008/layout/LinedList"/>
    <dgm:cxn modelId="{D52832E4-7E69-456C-9E67-1746906E8E5C}" srcId="{373F886E-50EE-4503-BC05-A4722C7AE388}" destId="{F850241C-D65B-4FC0-85CB-CE3E355F1502}" srcOrd="1" destOrd="0" parTransId="{4B80CA48-66A3-4AFD-8E50-B655E8AC5D9B}" sibTransId="{30D90B82-8989-4709-AC74-95C369BF0C25}"/>
    <dgm:cxn modelId="{70C9D4FA-B9B7-47BA-ADB1-9DF3F19093F6}" srcId="{373F886E-50EE-4503-BC05-A4722C7AE388}" destId="{C12F35D9-80AD-47C7-A1AC-35FF42E103F3}" srcOrd="3" destOrd="0" parTransId="{09285A83-77F1-4414-9FCB-6D20D3AA9EDF}" sibTransId="{95D64CEF-2FEC-4257-B9BB-34C8B56C9B7E}"/>
    <dgm:cxn modelId="{3A3060BC-DCC0-6744-8478-83B847D0E9B2}" type="presParOf" srcId="{71D91BDB-0060-A04C-8E36-651416D7F1BE}" destId="{39F26B98-5B41-BE41-80DE-1A23EA6DB921}" srcOrd="0" destOrd="0" presId="urn:microsoft.com/office/officeart/2008/layout/LinedList"/>
    <dgm:cxn modelId="{73281B35-8D6D-4D4F-ADA9-C068EF67A276}" type="presParOf" srcId="{71D91BDB-0060-A04C-8E36-651416D7F1BE}" destId="{0658617E-F974-224F-906F-32B74264D87D}" srcOrd="1" destOrd="0" presId="urn:microsoft.com/office/officeart/2008/layout/LinedList"/>
    <dgm:cxn modelId="{47F46C8F-419A-5D4F-894B-46BFD2432B20}" type="presParOf" srcId="{0658617E-F974-224F-906F-32B74264D87D}" destId="{1ABD699C-A2D3-B44A-B9F5-80DD9F3D99D1}" srcOrd="0" destOrd="0" presId="urn:microsoft.com/office/officeart/2008/layout/LinedList"/>
    <dgm:cxn modelId="{CDEC8AD2-9DDD-9541-B07D-11B3E7D7E810}" type="presParOf" srcId="{0658617E-F974-224F-906F-32B74264D87D}" destId="{0C1BDE4B-4912-4047-B93D-FD8E56B65625}" srcOrd="1" destOrd="0" presId="urn:microsoft.com/office/officeart/2008/layout/LinedList"/>
    <dgm:cxn modelId="{67361DEA-B32A-F34A-AD5E-74830E71EF6E}" type="presParOf" srcId="{71D91BDB-0060-A04C-8E36-651416D7F1BE}" destId="{08BE6A84-DB5B-4445-8168-4707868E6236}" srcOrd="2" destOrd="0" presId="urn:microsoft.com/office/officeart/2008/layout/LinedList"/>
    <dgm:cxn modelId="{76593553-72AC-1D45-9EDC-E28F8FD87131}" type="presParOf" srcId="{71D91BDB-0060-A04C-8E36-651416D7F1BE}" destId="{EA25BF27-64CE-0941-B90B-72DDCA863ED0}" srcOrd="3" destOrd="0" presId="urn:microsoft.com/office/officeart/2008/layout/LinedList"/>
    <dgm:cxn modelId="{C121C346-5C4F-D249-A5E4-30019FDACF90}" type="presParOf" srcId="{EA25BF27-64CE-0941-B90B-72DDCA863ED0}" destId="{1A690285-697A-DA46-A4FC-B9060988C5D1}" srcOrd="0" destOrd="0" presId="urn:microsoft.com/office/officeart/2008/layout/LinedList"/>
    <dgm:cxn modelId="{898B934E-6727-B44C-B309-F366102B8610}" type="presParOf" srcId="{EA25BF27-64CE-0941-B90B-72DDCA863ED0}" destId="{119EB50F-2DC1-9846-ACC2-01C745219023}" srcOrd="1" destOrd="0" presId="urn:microsoft.com/office/officeart/2008/layout/LinedList"/>
    <dgm:cxn modelId="{EEC57591-EBBF-3746-A472-2C5625783626}" type="presParOf" srcId="{71D91BDB-0060-A04C-8E36-651416D7F1BE}" destId="{7F25A2A8-4CD0-5041-B465-6DF00698F08B}" srcOrd="4" destOrd="0" presId="urn:microsoft.com/office/officeart/2008/layout/LinedList"/>
    <dgm:cxn modelId="{A79E9FAF-C8B7-C84C-B486-806D56C096B7}" type="presParOf" srcId="{71D91BDB-0060-A04C-8E36-651416D7F1BE}" destId="{18AA5B3F-FC73-0442-84AB-E13E025F9C26}" srcOrd="5" destOrd="0" presId="urn:microsoft.com/office/officeart/2008/layout/LinedList"/>
    <dgm:cxn modelId="{02BA906F-B865-1842-B8B3-764C85233863}" type="presParOf" srcId="{18AA5B3F-FC73-0442-84AB-E13E025F9C26}" destId="{D86D18BC-5E12-DC4D-8300-5B7D04E433AE}" srcOrd="0" destOrd="0" presId="urn:microsoft.com/office/officeart/2008/layout/LinedList"/>
    <dgm:cxn modelId="{8AE2CA4E-1519-0E48-8CB4-26179D822258}" type="presParOf" srcId="{18AA5B3F-FC73-0442-84AB-E13E025F9C26}" destId="{4C63BEFB-356C-A547-B322-D484C700D0F1}" srcOrd="1" destOrd="0" presId="urn:microsoft.com/office/officeart/2008/layout/LinedList"/>
    <dgm:cxn modelId="{557DFF12-B0C0-5949-9768-3989265F67BA}" type="presParOf" srcId="{71D91BDB-0060-A04C-8E36-651416D7F1BE}" destId="{67DE30EA-7573-594B-9755-FDB3E7937856}" srcOrd="6" destOrd="0" presId="urn:microsoft.com/office/officeart/2008/layout/LinedList"/>
    <dgm:cxn modelId="{ADDBDA31-96D0-0040-89FF-31680D7D0BBC}" type="presParOf" srcId="{71D91BDB-0060-A04C-8E36-651416D7F1BE}" destId="{F1F78B7B-F86B-F341-8459-DB712B6D4AEA}" srcOrd="7" destOrd="0" presId="urn:microsoft.com/office/officeart/2008/layout/LinedList"/>
    <dgm:cxn modelId="{5AD0D24D-A6BE-4B4D-B5AF-AD044659991D}" type="presParOf" srcId="{F1F78B7B-F86B-F341-8459-DB712B6D4AEA}" destId="{09EDAFFF-FDCB-E54F-A928-D98A5B797467}" srcOrd="0" destOrd="0" presId="urn:microsoft.com/office/officeart/2008/layout/LinedList"/>
    <dgm:cxn modelId="{CD6AD3FB-583B-3244-976F-7C91BF0FED6C}" type="presParOf" srcId="{F1F78B7B-F86B-F341-8459-DB712B6D4AEA}" destId="{E235843A-0D0D-804A-BFCF-21CBCC6C02C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A98416-9F6B-4876-A829-81628560B2F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A80C22C-39C7-49C4-B65A-6E1D1C0F7D24}">
      <dgm:prSet/>
      <dgm:spPr/>
      <dgm:t>
        <a:bodyPr/>
        <a:lstStyle/>
        <a:p>
          <a:r>
            <a:rPr lang="en-US" b="1"/>
            <a:t>Features</a:t>
          </a:r>
          <a:r>
            <a:rPr lang="en-US"/>
            <a:t> :  ["Disaster_Type","Location","Magnitude",”Fatalities"]]</a:t>
          </a:r>
        </a:p>
      </dgm:t>
    </dgm:pt>
    <dgm:pt modelId="{55DED679-A83D-4852-B337-5B61D162A5B3}" type="parTrans" cxnId="{8FC7F7FA-B0BC-402F-883E-443580AE8FC7}">
      <dgm:prSet/>
      <dgm:spPr/>
      <dgm:t>
        <a:bodyPr/>
        <a:lstStyle/>
        <a:p>
          <a:endParaRPr lang="en-US"/>
        </a:p>
      </dgm:t>
    </dgm:pt>
    <dgm:pt modelId="{742E5669-627A-4B86-BFF3-63A49F3443D5}" type="sibTrans" cxnId="{8FC7F7FA-B0BC-402F-883E-443580AE8FC7}">
      <dgm:prSet/>
      <dgm:spPr/>
      <dgm:t>
        <a:bodyPr/>
        <a:lstStyle/>
        <a:p>
          <a:endParaRPr lang="en-US"/>
        </a:p>
      </dgm:t>
    </dgm:pt>
    <dgm:pt modelId="{107E8334-6023-4578-80A5-A44916E4D3D8}">
      <dgm:prSet/>
      <dgm:spPr/>
      <dgm:t>
        <a:bodyPr/>
        <a:lstStyle/>
        <a:p>
          <a:r>
            <a:rPr lang="en-US" b="1" dirty="0"/>
            <a:t>Label</a:t>
          </a:r>
          <a:r>
            <a:rPr lang="en-US" dirty="0"/>
            <a:t> : [“</a:t>
          </a:r>
          <a:r>
            <a:rPr lang="en-US" dirty="0" err="1"/>
            <a:t>Economic_Loss_in_Million</a:t>
          </a:r>
          <a:r>
            <a:rPr lang="en-US" dirty="0"/>
            <a:t>_$”]</a:t>
          </a:r>
        </a:p>
      </dgm:t>
    </dgm:pt>
    <dgm:pt modelId="{77C6819F-DFEF-4BAB-BF7A-3EDF1F838FC3}" type="parTrans" cxnId="{4123EC81-6B86-4E2C-AB4F-D23BBA3FD2E9}">
      <dgm:prSet/>
      <dgm:spPr/>
      <dgm:t>
        <a:bodyPr/>
        <a:lstStyle/>
        <a:p>
          <a:endParaRPr lang="en-US"/>
        </a:p>
      </dgm:t>
    </dgm:pt>
    <dgm:pt modelId="{908B8910-8A6B-4787-BD34-98E56E92C932}" type="sibTrans" cxnId="{4123EC81-6B86-4E2C-AB4F-D23BBA3FD2E9}">
      <dgm:prSet/>
      <dgm:spPr/>
      <dgm:t>
        <a:bodyPr/>
        <a:lstStyle/>
        <a:p>
          <a:endParaRPr lang="en-US"/>
        </a:p>
      </dgm:t>
    </dgm:pt>
    <dgm:pt modelId="{7EC66FF1-8582-4DFA-9783-9CAAF82499E4}">
      <dgm:prSet/>
      <dgm:spPr/>
      <dgm:t>
        <a:bodyPr/>
        <a:lstStyle/>
        <a:p>
          <a:r>
            <a:rPr lang="en-US" b="1"/>
            <a:t>Encoded Features</a:t>
          </a:r>
          <a:r>
            <a:rPr lang="en-US"/>
            <a:t> : ["Disaster_Type","Location"]</a:t>
          </a:r>
        </a:p>
      </dgm:t>
    </dgm:pt>
    <dgm:pt modelId="{5705E255-2DF2-499E-9E40-86A330F8D157}" type="parTrans" cxnId="{7CB25B73-523C-4E04-A623-B88E715B762D}">
      <dgm:prSet/>
      <dgm:spPr/>
      <dgm:t>
        <a:bodyPr/>
        <a:lstStyle/>
        <a:p>
          <a:endParaRPr lang="en-US"/>
        </a:p>
      </dgm:t>
    </dgm:pt>
    <dgm:pt modelId="{F37157C5-1096-4C8B-B0DD-C201E615A0C3}" type="sibTrans" cxnId="{7CB25B73-523C-4E04-A623-B88E715B762D}">
      <dgm:prSet/>
      <dgm:spPr/>
      <dgm:t>
        <a:bodyPr/>
        <a:lstStyle/>
        <a:p>
          <a:endParaRPr lang="en-US"/>
        </a:p>
      </dgm:t>
    </dgm:pt>
    <dgm:pt modelId="{B633D5E8-CE4D-904C-9F87-70B184E32928}" type="pres">
      <dgm:prSet presAssocID="{62A98416-9F6B-4876-A829-81628560B2F9}" presName="vert0" presStyleCnt="0">
        <dgm:presLayoutVars>
          <dgm:dir/>
          <dgm:animOne val="branch"/>
          <dgm:animLvl val="lvl"/>
        </dgm:presLayoutVars>
      </dgm:prSet>
      <dgm:spPr/>
    </dgm:pt>
    <dgm:pt modelId="{B540F5CF-F402-2D48-8D77-BEEE6720B0F9}" type="pres">
      <dgm:prSet presAssocID="{6A80C22C-39C7-49C4-B65A-6E1D1C0F7D24}" presName="thickLine" presStyleLbl="alignNode1" presStyleIdx="0" presStyleCnt="3"/>
      <dgm:spPr/>
    </dgm:pt>
    <dgm:pt modelId="{8E111FC4-F996-7F42-8F16-C0CA4FC847FE}" type="pres">
      <dgm:prSet presAssocID="{6A80C22C-39C7-49C4-B65A-6E1D1C0F7D24}" presName="horz1" presStyleCnt="0"/>
      <dgm:spPr/>
    </dgm:pt>
    <dgm:pt modelId="{28192849-B45B-474D-AB5A-2F4CA74E4D91}" type="pres">
      <dgm:prSet presAssocID="{6A80C22C-39C7-49C4-B65A-6E1D1C0F7D24}" presName="tx1" presStyleLbl="revTx" presStyleIdx="0" presStyleCnt="3"/>
      <dgm:spPr/>
    </dgm:pt>
    <dgm:pt modelId="{E17E2FFC-37AD-074F-9100-E242C7D88746}" type="pres">
      <dgm:prSet presAssocID="{6A80C22C-39C7-49C4-B65A-6E1D1C0F7D24}" presName="vert1" presStyleCnt="0"/>
      <dgm:spPr/>
    </dgm:pt>
    <dgm:pt modelId="{ACF91DC9-F489-4049-893B-6E0AB230E067}" type="pres">
      <dgm:prSet presAssocID="{107E8334-6023-4578-80A5-A44916E4D3D8}" presName="thickLine" presStyleLbl="alignNode1" presStyleIdx="1" presStyleCnt="3"/>
      <dgm:spPr/>
    </dgm:pt>
    <dgm:pt modelId="{3B32EE68-6ED7-A642-9A05-0DE91C42A945}" type="pres">
      <dgm:prSet presAssocID="{107E8334-6023-4578-80A5-A44916E4D3D8}" presName="horz1" presStyleCnt="0"/>
      <dgm:spPr/>
    </dgm:pt>
    <dgm:pt modelId="{E75835ED-F882-DD43-BAFD-E27570BE3D94}" type="pres">
      <dgm:prSet presAssocID="{107E8334-6023-4578-80A5-A44916E4D3D8}" presName="tx1" presStyleLbl="revTx" presStyleIdx="1" presStyleCnt="3"/>
      <dgm:spPr/>
    </dgm:pt>
    <dgm:pt modelId="{33B5955B-CDA0-4E4B-9900-FF14A14858FF}" type="pres">
      <dgm:prSet presAssocID="{107E8334-6023-4578-80A5-A44916E4D3D8}" presName="vert1" presStyleCnt="0"/>
      <dgm:spPr/>
    </dgm:pt>
    <dgm:pt modelId="{9C5FB20D-A125-2D49-8836-3A4F8B042887}" type="pres">
      <dgm:prSet presAssocID="{7EC66FF1-8582-4DFA-9783-9CAAF82499E4}" presName="thickLine" presStyleLbl="alignNode1" presStyleIdx="2" presStyleCnt="3"/>
      <dgm:spPr/>
    </dgm:pt>
    <dgm:pt modelId="{6D09A7FB-5F11-2342-8CDE-FE0E9BA0A9D5}" type="pres">
      <dgm:prSet presAssocID="{7EC66FF1-8582-4DFA-9783-9CAAF82499E4}" presName="horz1" presStyleCnt="0"/>
      <dgm:spPr/>
    </dgm:pt>
    <dgm:pt modelId="{83371FD2-C52E-7743-AEFC-BD2D7E8A722C}" type="pres">
      <dgm:prSet presAssocID="{7EC66FF1-8582-4DFA-9783-9CAAF82499E4}" presName="tx1" presStyleLbl="revTx" presStyleIdx="2" presStyleCnt="3"/>
      <dgm:spPr/>
    </dgm:pt>
    <dgm:pt modelId="{40720E98-4C7B-FA40-A4BD-470170B2A160}" type="pres">
      <dgm:prSet presAssocID="{7EC66FF1-8582-4DFA-9783-9CAAF82499E4}" presName="vert1" presStyleCnt="0"/>
      <dgm:spPr/>
    </dgm:pt>
  </dgm:ptLst>
  <dgm:cxnLst>
    <dgm:cxn modelId="{7CB25B73-523C-4E04-A623-B88E715B762D}" srcId="{62A98416-9F6B-4876-A829-81628560B2F9}" destId="{7EC66FF1-8582-4DFA-9783-9CAAF82499E4}" srcOrd="2" destOrd="0" parTransId="{5705E255-2DF2-499E-9E40-86A330F8D157}" sibTransId="{F37157C5-1096-4C8B-B0DD-C201E615A0C3}"/>
    <dgm:cxn modelId="{4123EC81-6B86-4E2C-AB4F-D23BBA3FD2E9}" srcId="{62A98416-9F6B-4876-A829-81628560B2F9}" destId="{107E8334-6023-4578-80A5-A44916E4D3D8}" srcOrd="1" destOrd="0" parTransId="{77C6819F-DFEF-4BAB-BF7A-3EDF1F838FC3}" sibTransId="{908B8910-8A6B-4787-BD34-98E56E92C932}"/>
    <dgm:cxn modelId="{70EE9486-AF3B-7F4D-B2B2-DCD8D4D251DC}" type="presOf" srcId="{62A98416-9F6B-4876-A829-81628560B2F9}" destId="{B633D5E8-CE4D-904C-9F87-70B184E32928}" srcOrd="0" destOrd="0" presId="urn:microsoft.com/office/officeart/2008/layout/LinedList"/>
    <dgm:cxn modelId="{749B778E-E5EE-FA4F-9A17-03437458E9C5}" type="presOf" srcId="{7EC66FF1-8582-4DFA-9783-9CAAF82499E4}" destId="{83371FD2-C52E-7743-AEFC-BD2D7E8A722C}" srcOrd="0" destOrd="0" presId="urn:microsoft.com/office/officeart/2008/layout/LinedList"/>
    <dgm:cxn modelId="{E9B59BBF-94C8-FC4C-B8D7-582366482A0C}" type="presOf" srcId="{107E8334-6023-4578-80A5-A44916E4D3D8}" destId="{E75835ED-F882-DD43-BAFD-E27570BE3D94}" srcOrd="0" destOrd="0" presId="urn:microsoft.com/office/officeart/2008/layout/LinedList"/>
    <dgm:cxn modelId="{63CA70F2-AB86-B243-8557-30EEC0364951}" type="presOf" srcId="{6A80C22C-39C7-49C4-B65A-6E1D1C0F7D24}" destId="{28192849-B45B-474D-AB5A-2F4CA74E4D91}" srcOrd="0" destOrd="0" presId="urn:microsoft.com/office/officeart/2008/layout/LinedList"/>
    <dgm:cxn modelId="{8FC7F7FA-B0BC-402F-883E-443580AE8FC7}" srcId="{62A98416-9F6B-4876-A829-81628560B2F9}" destId="{6A80C22C-39C7-49C4-B65A-6E1D1C0F7D24}" srcOrd="0" destOrd="0" parTransId="{55DED679-A83D-4852-B337-5B61D162A5B3}" sibTransId="{742E5669-627A-4B86-BFF3-63A49F3443D5}"/>
    <dgm:cxn modelId="{3DA84A25-6A39-E846-8B79-54DF2733A5C9}" type="presParOf" srcId="{B633D5E8-CE4D-904C-9F87-70B184E32928}" destId="{B540F5CF-F402-2D48-8D77-BEEE6720B0F9}" srcOrd="0" destOrd="0" presId="urn:microsoft.com/office/officeart/2008/layout/LinedList"/>
    <dgm:cxn modelId="{006C7557-D838-0D45-8585-F12B5624ED8E}" type="presParOf" srcId="{B633D5E8-CE4D-904C-9F87-70B184E32928}" destId="{8E111FC4-F996-7F42-8F16-C0CA4FC847FE}" srcOrd="1" destOrd="0" presId="urn:microsoft.com/office/officeart/2008/layout/LinedList"/>
    <dgm:cxn modelId="{BF9AE6B3-3FAF-CD4D-8E1A-D8D4BAE06561}" type="presParOf" srcId="{8E111FC4-F996-7F42-8F16-C0CA4FC847FE}" destId="{28192849-B45B-474D-AB5A-2F4CA74E4D91}" srcOrd="0" destOrd="0" presId="urn:microsoft.com/office/officeart/2008/layout/LinedList"/>
    <dgm:cxn modelId="{59ECB4DC-7C3E-DE48-9399-37204414982D}" type="presParOf" srcId="{8E111FC4-F996-7F42-8F16-C0CA4FC847FE}" destId="{E17E2FFC-37AD-074F-9100-E242C7D88746}" srcOrd="1" destOrd="0" presId="urn:microsoft.com/office/officeart/2008/layout/LinedList"/>
    <dgm:cxn modelId="{F82BACD6-E8FF-C145-9D90-30398FC7F609}" type="presParOf" srcId="{B633D5E8-CE4D-904C-9F87-70B184E32928}" destId="{ACF91DC9-F489-4049-893B-6E0AB230E067}" srcOrd="2" destOrd="0" presId="urn:microsoft.com/office/officeart/2008/layout/LinedList"/>
    <dgm:cxn modelId="{C1C7E315-AA2F-9948-B748-F03399462E7F}" type="presParOf" srcId="{B633D5E8-CE4D-904C-9F87-70B184E32928}" destId="{3B32EE68-6ED7-A642-9A05-0DE91C42A945}" srcOrd="3" destOrd="0" presId="urn:microsoft.com/office/officeart/2008/layout/LinedList"/>
    <dgm:cxn modelId="{1FA2347A-C459-4F44-AD26-D163251F716A}" type="presParOf" srcId="{3B32EE68-6ED7-A642-9A05-0DE91C42A945}" destId="{E75835ED-F882-DD43-BAFD-E27570BE3D94}" srcOrd="0" destOrd="0" presId="urn:microsoft.com/office/officeart/2008/layout/LinedList"/>
    <dgm:cxn modelId="{10ABAAC2-5107-9440-A5CC-74F417887CB3}" type="presParOf" srcId="{3B32EE68-6ED7-A642-9A05-0DE91C42A945}" destId="{33B5955B-CDA0-4E4B-9900-FF14A14858FF}" srcOrd="1" destOrd="0" presId="urn:microsoft.com/office/officeart/2008/layout/LinedList"/>
    <dgm:cxn modelId="{C048092E-7265-6B43-B301-48DFE5D26E58}" type="presParOf" srcId="{B633D5E8-CE4D-904C-9F87-70B184E32928}" destId="{9C5FB20D-A125-2D49-8836-3A4F8B042887}" srcOrd="4" destOrd="0" presId="urn:microsoft.com/office/officeart/2008/layout/LinedList"/>
    <dgm:cxn modelId="{37A280AD-40C7-294C-BA00-4FBBF8EB395A}" type="presParOf" srcId="{B633D5E8-CE4D-904C-9F87-70B184E32928}" destId="{6D09A7FB-5F11-2342-8CDE-FE0E9BA0A9D5}" srcOrd="5" destOrd="0" presId="urn:microsoft.com/office/officeart/2008/layout/LinedList"/>
    <dgm:cxn modelId="{9284E50E-FB93-9143-AB47-198327FA61FF}" type="presParOf" srcId="{6D09A7FB-5F11-2342-8CDE-FE0E9BA0A9D5}" destId="{83371FD2-C52E-7743-AEFC-BD2D7E8A722C}" srcOrd="0" destOrd="0" presId="urn:microsoft.com/office/officeart/2008/layout/LinedList"/>
    <dgm:cxn modelId="{E4B55812-F562-0A46-B419-B6DEC6C25A87}" type="presParOf" srcId="{6D09A7FB-5F11-2342-8CDE-FE0E9BA0A9D5}" destId="{40720E98-4C7B-FA40-A4BD-470170B2A1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80F1A-4628-344E-8C19-EE7304B46CDF}">
      <dsp:nvSpPr>
        <dsp:cNvPr id="0" name=""/>
        <dsp:cNvSpPr/>
      </dsp:nvSpPr>
      <dsp:spPr>
        <a:xfrm>
          <a:off x="0" y="496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03102-ACF8-7648-9EF8-4219AE8979CE}">
      <dsp:nvSpPr>
        <dsp:cNvPr id="0" name=""/>
        <dsp:cNvSpPr/>
      </dsp:nvSpPr>
      <dsp:spPr>
        <a:xfrm>
          <a:off x="0" y="496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Disaster ID – Integer</a:t>
          </a:r>
        </a:p>
      </dsp:txBody>
      <dsp:txXfrm>
        <a:off x="0" y="496"/>
        <a:ext cx="10335350" cy="451715"/>
      </dsp:txXfrm>
    </dsp:sp>
    <dsp:sp modelId="{7A13BCC9-81D2-C941-9608-C1D18AB7D028}">
      <dsp:nvSpPr>
        <dsp:cNvPr id="0" name=""/>
        <dsp:cNvSpPr/>
      </dsp:nvSpPr>
      <dsp:spPr>
        <a:xfrm>
          <a:off x="0" y="452211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9AFDC-B9B1-8944-9725-B490C0FD9E9B}">
      <dsp:nvSpPr>
        <dsp:cNvPr id="0" name=""/>
        <dsp:cNvSpPr/>
      </dsp:nvSpPr>
      <dsp:spPr>
        <a:xfrm>
          <a:off x="0" y="452211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Disaster_Type – String</a:t>
          </a:r>
        </a:p>
      </dsp:txBody>
      <dsp:txXfrm>
        <a:off x="0" y="452211"/>
        <a:ext cx="10335350" cy="451715"/>
      </dsp:txXfrm>
    </dsp:sp>
    <dsp:sp modelId="{39CE3118-EEC2-294C-B602-2035E2E37FC6}">
      <dsp:nvSpPr>
        <dsp:cNvPr id="0" name=""/>
        <dsp:cNvSpPr/>
      </dsp:nvSpPr>
      <dsp:spPr>
        <a:xfrm>
          <a:off x="0" y="903927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910DC-37AC-8845-8268-9096E1F8DC43}">
      <dsp:nvSpPr>
        <dsp:cNvPr id="0" name=""/>
        <dsp:cNvSpPr/>
      </dsp:nvSpPr>
      <dsp:spPr>
        <a:xfrm>
          <a:off x="0" y="903927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Location – String</a:t>
          </a:r>
        </a:p>
      </dsp:txBody>
      <dsp:txXfrm>
        <a:off x="0" y="903927"/>
        <a:ext cx="10335350" cy="451715"/>
      </dsp:txXfrm>
    </dsp:sp>
    <dsp:sp modelId="{0299A0A7-317E-BC42-8554-76FF4C441B66}">
      <dsp:nvSpPr>
        <dsp:cNvPr id="0" name=""/>
        <dsp:cNvSpPr/>
      </dsp:nvSpPr>
      <dsp:spPr>
        <a:xfrm>
          <a:off x="0" y="1355642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98B40-340B-7441-B263-D9BFE6C5538D}">
      <dsp:nvSpPr>
        <dsp:cNvPr id="0" name=""/>
        <dsp:cNvSpPr/>
      </dsp:nvSpPr>
      <dsp:spPr>
        <a:xfrm>
          <a:off x="0" y="1355642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Magnitude – Float</a:t>
          </a:r>
        </a:p>
      </dsp:txBody>
      <dsp:txXfrm>
        <a:off x="0" y="1355642"/>
        <a:ext cx="10335350" cy="451715"/>
      </dsp:txXfrm>
    </dsp:sp>
    <dsp:sp modelId="{78C2A7D9-96F9-AC4B-8135-65A6EE1F909C}">
      <dsp:nvSpPr>
        <dsp:cNvPr id="0" name=""/>
        <dsp:cNvSpPr/>
      </dsp:nvSpPr>
      <dsp:spPr>
        <a:xfrm>
          <a:off x="0" y="1807357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F9336-9DB4-9245-9454-AE94D448C209}">
      <dsp:nvSpPr>
        <dsp:cNvPr id="0" name=""/>
        <dsp:cNvSpPr/>
      </dsp:nvSpPr>
      <dsp:spPr>
        <a:xfrm>
          <a:off x="0" y="1807357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Date – Float</a:t>
          </a:r>
        </a:p>
      </dsp:txBody>
      <dsp:txXfrm>
        <a:off x="0" y="1807357"/>
        <a:ext cx="10335350" cy="451715"/>
      </dsp:txXfrm>
    </dsp:sp>
    <dsp:sp modelId="{B4FF4C76-1FA2-BD47-ACEB-3632E3E292D6}">
      <dsp:nvSpPr>
        <dsp:cNvPr id="0" name=""/>
        <dsp:cNvSpPr/>
      </dsp:nvSpPr>
      <dsp:spPr>
        <a:xfrm>
          <a:off x="0" y="2259073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F34F3-B383-E94F-A06D-D9921F5D3DD2}">
      <dsp:nvSpPr>
        <dsp:cNvPr id="0" name=""/>
        <dsp:cNvSpPr/>
      </dsp:nvSpPr>
      <dsp:spPr>
        <a:xfrm>
          <a:off x="0" y="2259073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Fatalities – Float</a:t>
          </a:r>
        </a:p>
      </dsp:txBody>
      <dsp:txXfrm>
        <a:off x="0" y="2259073"/>
        <a:ext cx="10335350" cy="451715"/>
      </dsp:txXfrm>
    </dsp:sp>
    <dsp:sp modelId="{C8AB2E13-5038-EC4E-AEF8-27627892262D}">
      <dsp:nvSpPr>
        <dsp:cNvPr id="0" name=""/>
        <dsp:cNvSpPr/>
      </dsp:nvSpPr>
      <dsp:spPr>
        <a:xfrm>
          <a:off x="0" y="2710788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1A408-A374-384D-ADCF-440AE19DFEDC}">
      <dsp:nvSpPr>
        <dsp:cNvPr id="0" name=""/>
        <dsp:cNvSpPr/>
      </dsp:nvSpPr>
      <dsp:spPr>
        <a:xfrm>
          <a:off x="0" y="2710788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Economic Loss in Million dollars – Integer</a:t>
          </a:r>
        </a:p>
      </dsp:txBody>
      <dsp:txXfrm>
        <a:off x="0" y="2710788"/>
        <a:ext cx="10335350" cy="451715"/>
      </dsp:txXfrm>
    </dsp:sp>
    <dsp:sp modelId="{8CC53E81-E713-D944-A3CD-A653E117908E}">
      <dsp:nvSpPr>
        <dsp:cNvPr id="0" name=""/>
        <dsp:cNvSpPr/>
      </dsp:nvSpPr>
      <dsp:spPr>
        <a:xfrm>
          <a:off x="0" y="3162503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478A4-4CF3-5C4D-967F-3472EAD9A1DF}">
      <dsp:nvSpPr>
        <dsp:cNvPr id="0" name=""/>
        <dsp:cNvSpPr/>
      </dsp:nvSpPr>
      <dsp:spPr>
        <a:xfrm>
          <a:off x="0" y="3162503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Buildings Collapsed – Float</a:t>
          </a:r>
        </a:p>
      </dsp:txBody>
      <dsp:txXfrm>
        <a:off x="0" y="3162503"/>
        <a:ext cx="10335350" cy="451715"/>
      </dsp:txXfrm>
    </dsp:sp>
    <dsp:sp modelId="{99E385C6-ED05-2840-8A04-B35131649692}">
      <dsp:nvSpPr>
        <dsp:cNvPr id="0" name=""/>
        <dsp:cNvSpPr/>
      </dsp:nvSpPr>
      <dsp:spPr>
        <a:xfrm>
          <a:off x="0" y="3614219"/>
          <a:ext cx="1033535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C18CB0-748C-D94B-9FC3-93834A78735A}">
      <dsp:nvSpPr>
        <dsp:cNvPr id="0" name=""/>
        <dsp:cNvSpPr/>
      </dsp:nvSpPr>
      <dsp:spPr>
        <a:xfrm>
          <a:off x="0" y="3614219"/>
          <a:ext cx="10335350" cy="451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Probability – Float</a:t>
          </a:r>
        </a:p>
      </dsp:txBody>
      <dsp:txXfrm>
        <a:off x="0" y="3614219"/>
        <a:ext cx="10335350" cy="451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26B98-5B41-BE41-80DE-1A23EA6DB921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D699C-A2D3-B44A-B9F5-80DD9F3D99D1}">
      <dsp:nvSpPr>
        <dsp:cNvPr id="0" name=""/>
        <dsp:cNvSpPr/>
      </dsp:nvSpPr>
      <dsp:spPr>
        <a:xfrm>
          <a:off x="0" y="0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Loaded the data set into Jupyter notebook using Pandas Library</a:t>
          </a:r>
        </a:p>
      </dsp:txBody>
      <dsp:txXfrm>
        <a:off x="0" y="0"/>
        <a:ext cx="6949440" cy="1446659"/>
      </dsp:txXfrm>
    </dsp:sp>
    <dsp:sp modelId="{08BE6A84-DB5B-4445-8168-4707868E6236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347110"/>
            <a:satOff val="-7210"/>
            <a:lumOff val="-1961"/>
            <a:alphaOff val="0"/>
          </a:schemeClr>
        </a:solidFill>
        <a:ln w="12700" cap="flat" cmpd="sng" algn="ctr">
          <a:solidFill>
            <a:schemeClr val="accent2">
              <a:hueOff val="-347110"/>
              <a:satOff val="-7210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90285-697A-DA46-A4FC-B9060988C5D1}">
      <dsp:nvSpPr>
        <dsp:cNvPr id="0" name=""/>
        <dsp:cNvSpPr/>
      </dsp:nvSpPr>
      <dsp:spPr>
        <a:xfrm>
          <a:off x="0" y="1446659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Identified the null value columns and dropped them from our analysis</a:t>
          </a:r>
        </a:p>
      </dsp:txBody>
      <dsp:txXfrm>
        <a:off x="0" y="1446659"/>
        <a:ext cx="6949440" cy="1446659"/>
      </dsp:txXfrm>
    </dsp:sp>
    <dsp:sp modelId="{7F25A2A8-4CD0-5041-B465-6DF00698F08B}">
      <dsp:nvSpPr>
        <dsp:cNvPr id="0" name=""/>
        <dsp:cNvSpPr/>
      </dsp:nvSpPr>
      <dsp:spPr>
        <a:xfrm>
          <a:off x="0" y="2893318"/>
          <a:ext cx="6949440" cy="0"/>
        </a:xfrm>
        <a:prstGeom prst="line">
          <a:avLst/>
        </a:prstGeom>
        <a:solidFill>
          <a:schemeClr val="accent2">
            <a:hueOff val="-694219"/>
            <a:satOff val="-14421"/>
            <a:lumOff val="-3921"/>
            <a:alphaOff val="0"/>
          </a:schemeClr>
        </a:solidFill>
        <a:ln w="12700" cap="flat" cmpd="sng" algn="ctr">
          <a:solidFill>
            <a:schemeClr val="accent2">
              <a:hueOff val="-694219"/>
              <a:satOff val="-14421"/>
              <a:lumOff val="-39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D18BC-5E12-DC4D-8300-5B7D04E433AE}">
      <dsp:nvSpPr>
        <dsp:cNvPr id="0" name=""/>
        <dsp:cNvSpPr/>
      </dsp:nvSpPr>
      <dsp:spPr>
        <a:xfrm>
          <a:off x="0" y="289331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Selected the relevant Columns (Like., Disaster Type, Fatalities, Economic Loss)</a:t>
          </a:r>
        </a:p>
      </dsp:txBody>
      <dsp:txXfrm>
        <a:off x="0" y="2893318"/>
        <a:ext cx="6949440" cy="1446659"/>
      </dsp:txXfrm>
    </dsp:sp>
    <dsp:sp modelId="{67DE30EA-7573-594B-9755-FDB3E7937856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DAFFF-FDCB-E54F-A928-D98A5B797467}">
      <dsp:nvSpPr>
        <dsp:cNvPr id="0" name=""/>
        <dsp:cNvSpPr/>
      </dsp:nvSpPr>
      <dsp:spPr>
        <a:xfrm>
          <a:off x="0" y="4339978"/>
          <a:ext cx="6949440" cy="14466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 focused our analysis on Fatalities and Economic Losses</a:t>
          </a:r>
        </a:p>
      </dsp:txBody>
      <dsp:txXfrm>
        <a:off x="0" y="4339978"/>
        <a:ext cx="6949440" cy="14466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0F5CF-F402-2D48-8D77-BEEE6720B0F9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192849-B45B-474D-AB5A-2F4CA74E4D91}">
      <dsp:nvSpPr>
        <dsp:cNvPr id="0" name=""/>
        <dsp:cNvSpPr/>
      </dsp:nvSpPr>
      <dsp:spPr>
        <a:xfrm>
          <a:off x="0" y="2825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Features</a:t>
          </a:r>
          <a:r>
            <a:rPr lang="en-US" sz="2200" kern="1200"/>
            <a:t> :  ["Disaster_Type","Location","Magnitude",”Fatalities"]]</a:t>
          </a:r>
        </a:p>
      </dsp:txBody>
      <dsp:txXfrm>
        <a:off x="0" y="2825"/>
        <a:ext cx="6949440" cy="1926995"/>
      </dsp:txXfrm>
    </dsp:sp>
    <dsp:sp modelId="{ACF91DC9-F489-4049-893B-6E0AB230E067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accent2">
              <a:hueOff val="-520665"/>
              <a:satOff val="-10816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835ED-F882-DD43-BAFD-E27570BE3D94}">
      <dsp:nvSpPr>
        <dsp:cNvPr id="0" name=""/>
        <dsp:cNvSpPr/>
      </dsp:nvSpPr>
      <dsp:spPr>
        <a:xfrm>
          <a:off x="0" y="1929821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Label</a:t>
          </a:r>
          <a:r>
            <a:rPr lang="en-US" sz="2200" kern="1200" dirty="0"/>
            <a:t> : [“</a:t>
          </a:r>
          <a:r>
            <a:rPr lang="en-US" sz="2200" kern="1200" dirty="0" err="1"/>
            <a:t>Economic_Loss_in_Million</a:t>
          </a:r>
          <a:r>
            <a:rPr lang="en-US" sz="2200" kern="1200" dirty="0"/>
            <a:t>_$”]</a:t>
          </a:r>
        </a:p>
      </dsp:txBody>
      <dsp:txXfrm>
        <a:off x="0" y="1929821"/>
        <a:ext cx="6949440" cy="1926995"/>
      </dsp:txXfrm>
    </dsp:sp>
    <dsp:sp modelId="{9C5FB20D-A125-2D49-8836-3A4F8B042887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71FD2-C52E-7743-AEFC-BD2D7E8A722C}">
      <dsp:nvSpPr>
        <dsp:cNvPr id="0" name=""/>
        <dsp:cNvSpPr/>
      </dsp:nvSpPr>
      <dsp:spPr>
        <a:xfrm>
          <a:off x="0" y="3856816"/>
          <a:ext cx="6949440" cy="1926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Encoded Features</a:t>
          </a:r>
          <a:r>
            <a:rPr lang="en-US" sz="2200" kern="1200"/>
            <a:t> : ["Disaster_Type","Location"]</a:t>
          </a:r>
        </a:p>
      </dsp:txBody>
      <dsp:txXfrm>
        <a:off x="0" y="3856816"/>
        <a:ext cx="6949440" cy="1926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6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80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1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3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5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8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0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9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6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2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Swirling of a wave in the ocean">
            <a:extLst>
              <a:ext uri="{FF2B5EF4-FFF2-40B4-BE49-F238E27FC236}">
                <a16:creationId xmlns:a16="http://schemas.microsoft.com/office/drawing/2014/main" id="{C02C3653-C8F9-E9C0-49E7-FD66B6110D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33" b="19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8395B-486C-479B-891F-6A337D9ED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5800" dirty="0"/>
              <a:t>Natural Disasters</a:t>
            </a:r>
            <a:br>
              <a:rPr lang="en-US" sz="5800" dirty="0"/>
            </a:br>
            <a:r>
              <a:rPr lang="en-US" sz="5800" dirty="0"/>
              <a:t>Data</a:t>
            </a:r>
            <a:br>
              <a:rPr lang="en-US" sz="5800" dirty="0"/>
            </a:br>
            <a:r>
              <a:rPr lang="en-US" sz="5800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420122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0C354-2015-BACA-2FB9-C870F99B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sz="2500" dirty="0"/>
              <a:t>Understanding the Human and Economic loss using Python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E684-965A-4CBA-492B-9524574E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Natural disasters affect both human lives and economies.</a:t>
            </a:r>
          </a:p>
          <a:p>
            <a:pPr marL="342900" indent="-342900">
              <a:buAutoNum type="arabicPeriod"/>
            </a:pPr>
            <a:r>
              <a:rPr lang="en-US" sz="1800" dirty="0"/>
              <a:t>But which disasters are the most-deadly?</a:t>
            </a:r>
          </a:p>
          <a:p>
            <a:pPr marL="342900" indent="-342900">
              <a:buAutoNum type="arabicPeriod"/>
            </a:pPr>
            <a:r>
              <a:rPr lang="en-US" sz="1800" dirty="0"/>
              <a:t>And which ones cause the most financial damage?</a:t>
            </a:r>
          </a:p>
          <a:p>
            <a:pPr marL="342900" indent="-342900">
              <a:buAutoNum type="arabicPeriod"/>
            </a:pPr>
            <a:endParaRPr lang="en-US" sz="1800" dirty="0"/>
          </a:p>
        </p:txBody>
      </p:sp>
      <p:pic>
        <p:nvPicPr>
          <p:cNvPr id="5" name="Picture 4" descr="Yellow python">
            <a:extLst>
              <a:ext uri="{FF2B5EF4-FFF2-40B4-BE49-F238E27FC236}">
                <a16:creationId xmlns:a16="http://schemas.microsoft.com/office/drawing/2014/main" id="{A0D50BF8-830F-0802-7F34-9E23A2A0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98" r="18549" b="-2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6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87669-189C-8C58-A690-4779F547C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Information of the Data Set</a:t>
            </a:r>
            <a:endParaRPr lang="en-US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TextBox 2">
            <a:extLst>
              <a:ext uri="{FF2B5EF4-FFF2-40B4-BE49-F238E27FC236}">
                <a16:creationId xmlns:a16="http://schemas.microsoft.com/office/drawing/2014/main" id="{09F10DD5-E2F9-DD7F-6D48-EB2E1ACA89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114672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7284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E0B9F-FDAF-B24A-6C4D-EEC5FD92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Preparation</a:t>
            </a: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&amp; </a:t>
            </a: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</a:t>
            </a:r>
            <a:b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Cleaning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B8CBDCA-8532-8F81-27F1-9C934906DE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83812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000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73B3-630A-C9E9-5B0D-83474700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6" y="603504"/>
            <a:ext cx="4028274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are the Libraries we used to explore the data?</a:t>
            </a:r>
          </a:p>
        </p:txBody>
      </p:sp>
      <p:pic>
        <p:nvPicPr>
          <p:cNvPr id="5" name="Picture 4" descr="A panda eating on the ground">
            <a:extLst>
              <a:ext uri="{FF2B5EF4-FFF2-40B4-BE49-F238E27FC236}">
                <a16:creationId xmlns:a16="http://schemas.microsoft.com/office/drawing/2014/main" id="{EEC9CC60-CB75-6E08-632F-5C1748CD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80" r="18310" b="-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14998B-7FD5-A24A-01E4-56D5855D7B58}"/>
              </a:ext>
            </a:extLst>
          </p:cNvPr>
          <p:cNvSpPr txBox="1"/>
          <p:nvPr/>
        </p:nvSpPr>
        <p:spPr>
          <a:xfrm>
            <a:off x="612649" y="2278742"/>
            <a:ext cx="32077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Matloplotlib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Scikit</a:t>
            </a:r>
          </a:p>
        </p:txBody>
      </p:sp>
    </p:spTree>
    <p:extLst>
      <p:ext uri="{BB962C8B-B14F-4D97-AF65-F5344CB8AC3E}">
        <p14:creationId xmlns:p14="http://schemas.microsoft.com/office/powerpoint/2010/main" val="98787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381C-B58C-712A-0745-0C86B14A3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28807"/>
          </a:xfrm>
        </p:spPr>
        <p:txBody>
          <a:bodyPr/>
          <a:lstStyle/>
          <a:p>
            <a:r>
              <a:rPr lang="en-US" dirty="0"/>
              <a:t>Total Economic Loss by Disaster Type, Country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B54C2C-ECC8-43FE-40C6-E5FADD33B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63" y="1409543"/>
            <a:ext cx="7772400" cy="2199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E86C9EF-A883-CB7E-50A7-25293012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63" y="4030705"/>
            <a:ext cx="7772400" cy="227865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60451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C307-BB05-D4ED-46BF-FBA7C7B8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Fatalities by Disaster Type, Country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5FF2A7B-CFCA-5289-EAE1-BA948629B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58" y="1314508"/>
            <a:ext cx="7772400" cy="24745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5451D97-D10F-42C1-302C-BE8F6A00D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58" y="4017910"/>
            <a:ext cx="7772400" cy="21719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890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865200-7153-B509-CE27-08E98D692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000B3-0BB6-14BD-D626-19023ECD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185" y="1513491"/>
            <a:ext cx="3271345" cy="24684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/>
              <a:t>Graphical Presentation</a:t>
            </a:r>
          </a:p>
        </p:txBody>
      </p:sp>
      <p:pic>
        <p:nvPicPr>
          <p:cNvPr id="4" name="Picture 3" descr="A graph of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7AB3499A-2057-E5FF-C5F6-C5F4C9D27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31" y="1161143"/>
            <a:ext cx="3590439" cy="2167038"/>
          </a:xfrm>
          <a:prstGeom prst="rect">
            <a:avLst/>
          </a:prstGeom>
        </p:spPr>
      </p:pic>
      <p:pic>
        <p:nvPicPr>
          <p:cNvPr id="10" name="Picture 9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8ED24563-814B-9BFB-6FD1-F53AA8CE7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320" y="992024"/>
            <a:ext cx="3385760" cy="2336174"/>
          </a:xfrm>
          <a:prstGeom prst="rect">
            <a:avLst/>
          </a:prstGeom>
        </p:spPr>
      </p:pic>
      <p:pic>
        <p:nvPicPr>
          <p:cNvPr id="6" name="Picture 5" descr="A graph of blue rectangular bars with white text&#10;&#10;AI-generated content may be incorrect.">
            <a:extLst>
              <a:ext uri="{FF2B5EF4-FFF2-40B4-BE49-F238E27FC236}">
                <a16:creationId xmlns:a16="http://schemas.microsoft.com/office/drawing/2014/main" id="{7E07FEFC-CCEC-32B8-C064-5A8AA05EF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43" y="3508302"/>
            <a:ext cx="3324525" cy="2360413"/>
          </a:xfrm>
          <a:prstGeom prst="rect">
            <a:avLst/>
          </a:prstGeom>
        </p:spPr>
      </p:pic>
      <p:pic>
        <p:nvPicPr>
          <p:cNvPr id="8" name="Picture 7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FE553E1B-086F-6A4B-BD7E-58D07612A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323" y="3508301"/>
            <a:ext cx="3278351" cy="236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8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5AF1F-1625-D9BF-F839-D444D7B16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 a Model using Linear Regression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8239FFFC-CAF0-371A-13F7-C4EBA1CFF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32271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717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3F5E461-A014-9B58-DDA5-B3796228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EECAC-2A10-412E-1C20-F7D89970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209" y="323326"/>
            <a:ext cx="8728364" cy="11328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Final Conclusions</a:t>
            </a:r>
          </a:p>
        </p:txBody>
      </p:sp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BD2337A2-2BF1-D827-D7BE-2600874F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4" r="-3" b="-3"/>
          <a:stretch>
            <a:fillRect/>
          </a:stretch>
        </p:blipFill>
        <p:spPr>
          <a:xfrm>
            <a:off x="20" y="2669629"/>
            <a:ext cx="6070969" cy="4188372"/>
          </a:xfrm>
          <a:prstGeom prst="rect">
            <a:avLst/>
          </a:prstGeom>
        </p:spPr>
      </p:pic>
      <p:pic>
        <p:nvPicPr>
          <p:cNvPr id="6" name="Picture 5" descr="A graph with blue dots&#10;&#10;AI-generated content may be incorrect.">
            <a:extLst>
              <a:ext uri="{FF2B5EF4-FFF2-40B4-BE49-F238E27FC236}">
                <a16:creationId xmlns:a16="http://schemas.microsoft.com/office/drawing/2014/main" id="{066FF23E-270B-ACF5-EBBE-6C100E301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67" r="-2" b="-2"/>
          <a:stretch>
            <a:fillRect/>
          </a:stretch>
        </p:blipFill>
        <p:spPr>
          <a:xfrm>
            <a:off x="6121884" y="2669629"/>
            <a:ext cx="6070115" cy="418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5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209</Words>
  <Application>Microsoft Macintosh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Neue Haas Grotesk Text Pro</vt:lpstr>
      <vt:lpstr>VanillaVTI</vt:lpstr>
      <vt:lpstr>Natural Disasters Data Analysis</vt:lpstr>
      <vt:lpstr>Understanding the Human and Economic loss using Python Data Analysis</vt:lpstr>
      <vt:lpstr>Information of the Data Set</vt:lpstr>
      <vt:lpstr>Data Preparation  &amp;   Data  Cleaning</vt:lpstr>
      <vt:lpstr>What are the Libraries we used to explore the data?</vt:lpstr>
      <vt:lpstr>Total Economic Loss by Disaster Type, Country</vt:lpstr>
      <vt:lpstr>Total Fatalities by Disaster Type, Country</vt:lpstr>
      <vt:lpstr>Graphical Presentation</vt:lpstr>
      <vt:lpstr>Training a Model using Linear Regression</vt:lpstr>
      <vt:lpstr>Final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Bhavandla</dc:creator>
  <cp:lastModifiedBy>Harish Bhavandla</cp:lastModifiedBy>
  <cp:revision>1</cp:revision>
  <dcterms:created xsi:type="dcterms:W3CDTF">2026-02-20T11:34:58Z</dcterms:created>
  <dcterms:modified xsi:type="dcterms:W3CDTF">2026-02-20T12:57:54Z</dcterms:modified>
</cp:coreProperties>
</file>